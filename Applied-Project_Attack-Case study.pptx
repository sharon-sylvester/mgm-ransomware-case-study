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824" r:id="rId1"/>
  </p:sldMasterIdLst>
  <p:notesMasterIdLst>
    <p:notesMasterId r:id="rId8"/>
  </p:notesMasterIdLst>
  <p:handoutMasterIdLst>
    <p:handoutMasterId r:id="rId9"/>
  </p:handoutMasterIdLst>
  <p:sldIdLst>
    <p:sldId id="405" r:id="rId2"/>
    <p:sldId id="438" r:id="rId3"/>
    <p:sldId id="439" r:id="rId4"/>
    <p:sldId id="440" r:id="rId5"/>
    <p:sldId id="368" r:id="rId6"/>
    <p:sldId id="442" r:id="rId7"/>
  </p:sldIdLst>
  <p:sldSz cx="18288000" cy="10287000"/>
  <p:notesSz cx="6858000" cy="9144000"/>
  <p:embeddedFontLst>
    <p:embeddedFont>
      <p:font typeface="IBM Plex Sans" panose="020B0503050203000203" pitchFamily="34" charset="0"/>
      <p:regular r:id="rId10"/>
      <p:bold r:id="rId11"/>
      <p:italic r:id="rId12"/>
      <p:boldItalic r:id="rId13"/>
    </p:embeddedFont>
    <p:embeddedFont>
      <p:font typeface="IBM Plex Sans Medium" panose="020B0603050203000203" pitchFamily="34" charset="0"/>
      <p:regular r:id="rId14"/>
      <p:italic r:id="rId15"/>
    </p:embeddedFont>
    <p:embeddedFont>
      <p:font typeface="IBM Plex Sans SemiBold" panose="020B0703050203000203" pitchFamily="34" charset="0"/>
      <p:regular r:id="rId16"/>
      <p:bold r:id="rId17"/>
      <p:italic r:id="rId18"/>
      <p:boldItalic r:id="rId19"/>
    </p:embeddedFont>
    <p:embeddedFont>
      <p:font typeface="Montserrat" panose="00000500000000000000" pitchFamily="2" charset="0"/>
      <p:regular r:id="rId20"/>
      <p:bold r:id="rId21"/>
      <p:italic r:id="rId22"/>
      <p:boldItalic r:id="rId23"/>
    </p:embeddedFont>
  </p:embeddedFontLst>
  <p:defaultTextStyle>
    <a:defPPr>
      <a:defRPr lang="en-US"/>
    </a:defPPr>
    <a:lvl1pPr marL="0" algn="l" defTabSz="1371966" rtl="0" eaLnBrk="1" latinLnBrk="0" hangingPunct="1">
      <a:defRPr sz="2700" kern="1200">
        <a:solidFill>
          <a:schemeClr val="tx1"/>
        </a:solidFill>
        <a:latin typeface="+mn-lt"/>
        <a:ea typeface="+mn-ea"/>
        <a:cs typeface="+mn-cs"/>
      </a:defRPr>
    </a:lvl1pPr>
    <a:lvl2pPr marL="685982" algn="l" defTabSz="1371966" rtl="0" eaLnBrk="1" latinLnBrk="0" hangingPunct="1">
      <a:defRPr sz="2700" kern="1200">
        <a:solidFill>
          <a:schemeClr val="tx1"/>
        </a:solidFill>
        <a:latin typeface="+mn-lt"/>
        <a:ea typeface="+mn-ea"/>
        <a:cs typeface="+mn-cs"/>
      </a:defRPr>
    </a:lvl2pPr>
    <a:lvl3pPr marL="1371966" algn="l" defTabSz="1371966" rtl="0" eaLnBrk="1" latinLnBrk="0" hangingPunct="1">
      <a:defRPr sz="2700" kern="1200">
        <a:solidFill>
          <a:schemeClr val="tx1"/>
        </a:solidFill>
        <a:latin typeface="+mn-lt"/>
        <a:ea typeface="+mn-ea"/>
        <a:cs typeface="+mn-cs"/>
      </a:defRPr>
    </a:lvl3pPr>
    <a:lvl4pPr marL="2057948" algn="l" defTabSz="1371966" rtl="0" eaLnBrk="1" latinLnBrk="0" hangingPunct="1">
      <a:defRPr sz="2700" kern="1200">
        <a:solidFill>
          <a:schemeClr val="tx1"/>
        </a:solidFill>
        <a:latin typeface="+mn-lt"/>
        <a:ea typeface="+mn-ea"/>
        <a:cs typeface="+mn-cs"/>
      </a:defRPr>
    </a:lvl4pPr>
    <a:lvl5pPr marL="2743932" algn="l" defTabSz="1371966" rtl="0" eaLnBrk="1" latinLnBrk="0" hangingPunct="1">
      <a:defRPr sz="2700" kern="1200">
        <a:solidFill>
          <a:schemeClr val="tx1"/>
        </a:solidFill>
        <a:latin typeface="+mn-lt"/>
        <a:ea typeface="+mn-ea"/>
        <a:cs typeface="+mn-cs"/>
      </a:defRPr>
    </a:lvl5pPr>
    <a:lvl6pPr marL="3429914" algn="l" defTabSz="1371966" rtl="0" eaLnBrk="1" latinLnBrk="0" hangingPunct="1">
      <a:defRPr sz="2700" kern="1200">
        <a:solidFill>
          <a:schemeClr val="tx1"/>
        </a:solidFill>
        <a:latin typeface="+mn-lt"/>
        <a:ea typeface="+mn-ea"/>
        <a:cs typeface="+mn-cs"/>
      </a:defRPr>
    </a:lvl6pPr>
    <a:lvl7pPr marL="4115898" algn="l" defTabSz="1371966" rtl="0" eaLnBrk="1" latinLnBrk="0" hangingPunct="1">
      <a:defRPr sz="2700" kern="1200">
        <a:solidFill>
          <a:schemeClr val="tx1"/>
        </a:solidFill>
        <a:latin typeface="+mn-lt"/>
        <a:ea typeface="+mn-ea"/>
        <a:cs typeface="+mn-cs"/>
      </a:defRPr>
    </a:lvl7pPr>
    <a:lvl8pPr marL="4801880" algn="l" defTabSz="1371966" rtl="0" eaLnBrk="1" latinLnBrk="0" hangingPunct="1">
      <a:defRPr sz="2700" kern="1200">
        <a:solidFill>
          <a:schemeClr val="tx1"/>
        </a:solidFill>
        <a:latin typeface="+mn-lt"/>
        <a:ea typeface="+mn-ea"/>
        <a:cs typeface="+mn-cs"/>
      </a:defRPr>
    </a:lvl8pPr>
    <a:lvl9pPr marL="5487864" algn="l" defTabSz="1371966" rtl="0" eaLnBrk="1" latinLnBrk="0" hangingPunct="1">
      <a:defRPr sz="27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5"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1E28"/>
    <a:srgbClr val="FFFFFF"/>
    <a:srgbClr val="F2F4F8"/>
    <a:srgbClr val="24A148"/>
    <a:srgbClr val="D0E2FF"/>
    <a:srgbClr val="A56EFF"/>
    <a:srgbClr val="A6C8FF"/>
    <a:srgbClr val="F1C21B"/>
    <a:srgbClr val="FF832B"/>
    <a:srgbClr val="78A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806" autoAdjust="0"/>
    <p:restoredTop sz="96327" autoAdjust="0"/>
  </p:normalViewPr>
  <p:slideViewPr>
    <p:cSldViewPr snapToGrid="0" snapToObjects="1">
      <p:cViewPr>
        <p:scale>
          <a:sx n="66" d="100"/>
          <a:sy n="66" d="100"/>
        </p:scale>
        <p:origin x="211" y="-110"/>
      </p:cViewPr>
      <p:guideLst>
        <p:guide orient="horz" pos="3240"/>
        <p:guide pos="5760"/>
      </p:guideLst>
    </p:cSldViewPr>
  </p:slideViewPr>
  <p:outlineViewPr>
    <p:cViewPr>
      <p:scale>
        <a:sx n="33" d="100"/>
        <a:sy n="33" d="100"/>
      </p:scale>
      <p:origin x="0" y="-32652"/>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56" d="100"/>
          <a:sy n="56" d="100"/>
        </p:scale>
        <p:origin x="1740"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4.fntdata"/><Relationship Id="rId18" Type="http://schemas.openxmlformats.org/officeDocument/2006/relationships/font" Target="fonts/font9.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font" Target="fonts/font14.fntdata"/><Relationship Id="rId28" Type="http://schemas.openxmlformats.org/officeDocument/2006/relationships/tableStyles" Target="tableStyles.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openxmlformats.org/officeDocument/2006/relationships/font" Target="fonts/font5.fntdata"/><Relationship Id="rId22" Type="http://schemas.openxmlformats.org/officeDocument/2006/relationships/font" Target="fonts/font13.fntdata"/><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IBM Plex Sans" panose="020B0503050203000203" pitchFamily="34" charset="0"/>
                <a:ea typeface="IBM Plex Sans" charset="0"/>
                <a:cs typeface="IBM Plex Sans" charset="0"/>
              </a:rPr>
              <a:pPr algn="l"/>
              <a:t>‹#›</a:t>
            </a:fld>
            <a:endParaRPr lang="en-US" sz="600" dirty="0">
              <a:solidFill>
                <a:schemeClr val="bg1"/>
              </a:solidFill>
              <a:latin typeface="IBM Plex Sans" panose="020B0503050203000203" pitchFamily="34" charset="0"/>
              <a:ea typeface="IBM Plex Sans" charset="0"/>
              <a:cs typeface="IBM Plex Sans" charset="0"/>
            </a:endParaRPr>
          </a:p>
        </p:txBody>
      </p:sp>
      <p:sp>
        <p:nvSpPr>
          <p:cNvPr id="4" name="Footer Placeholder 3"/>
          <p:cNvSpPr>
            <a:spLocks noGrp="1"/>
          </p:cNvSpPr>
          <p:nvPr>
            <p:ph type="ftr" sz="quarter" idx="2"/>
          </p:nvPr>
        </p:nvSpPr>
        <p:spPr>
          <a:xfrm>
            <a:off x="630936" y="8705088"/>
            <a:ext cx="3657600" cy="228600"/>
          </a:xfrm>
          <a:prstGeom prst="rect">
            <a:avLst/>
          </a:prstGeom>
        </p:spPr>
        <p:txBody>
          <a:bodyPr vert="horz" lIns="0" tIns="0" rIns="0" bIns="0" rtlCol="0" anchor="b"/>
          <a:lstStyle>
            <a:lvl1pPr algn="l">
              <a:defRPr sz="1200"/>
            </a:lvl1pPr>
          </a:lstStyle>
          <a:p>
            <a:r>
              <a:rPr lang="en-US" sz="600" dirty="0">
                <a:solidFill>
                  <a:schemeClr val="bg1"/>
                </a:solidFill>
                <a:latin typeface="IBM Plex Sans" panose="020B0503050203000203" pitchFamily="34" charset="0"/>
                <a:ea typeface="IBM Plex Sans" charset="0"/>
                <a:cs typeface="IBM Plex Sans" charset="0"/>
              </a:rPr>
              <a:t>Group Name / DOC ID / Month XX, 2020 / © 2020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822450" y="228600"/>
            <a:ext cx="3213100" cy="1808163"/>
          </a:xfrm>
          <a:prstGeom prst="rect">
            <a:avLst/>
          </a:prstGeom>
          <a:noFill/>
          <a:ln w="12700">
            <a:solidFill>
              <a:prstClr val="black"/>
            </a:solidFill>
          </a:ln>
        </p:spPr>
        <p:txBody>
          <a:bodyPr vert="horz" lIns="91440" tIns="45720" rIns="91440" bIns="45720" rtlCol="0" anchor="ctr"/>
          <a:lstStyle/>
          <a:p>
            <a:endParaRPr lang="en-US" dirty="0"/>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19456" y="2247900"/>
            <a:ext cx="6419088" cy="615950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endParaRPr lang="en-US" dirty="0"/>
          </a:p>
          <a:p>
            <a:pPr marL="803275" marR="0" lvl="4" indent="-171450" algn="l" defTabSz="914400" rtl="0" eaLnBrk="1" fontAlgn="base" latinLnBrk="0" hangingPunct="1">
              <a:lnSpc>
                <a:spcPct val="100000"/>
              </a:lnSpc>
              <a:spcBef>
                <a:spcPts val="600"/>
              </a:spcBef>
              <a:spcAft>
                <a:spcPct val="0"/>
              </a:spcAft>
              <a:buClr>
                <a:srgbClr val="000000"/>
              </a:buClr>
              <a:buSzTx/>
              <a:buFont typeface="IBM Plex Sans" charset="-120"/>
              <a:buChar char="»"/>
              <a:tabLst/>
              <a:defRPr/>
            </a:pPr>
            <a:endParaRPr kumimoji="0" lang="en-US" sz="10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endParaRPr>
          </a:p>
        </p:txBody>
      </p:sp>
      <p:sp>
        <p:nvSpPr>
          <p:cNvPr id="7" name="Slide Number Placeholder 6"/>
          <p:cNvSpPr>
            <a:spLocks noGrp="1"/>
          </p:cNvSpPr>
          <p:nvPr>
            <p:ph type="sldNum" sz="quarter" idx="5"/>
          </p:nvPr>
        </p:nvSpPr>
        <p:spPr>
          <a:xfrm>
            <a:off x="219456" y="8705088"/>
            <a:ext cx="338328" cy="228600"/>
          </a:xfrm>
          <a:prstGeom prst="rect">
            <a:avLst/>
          </a:prstGeom>
        </p:spPr>
        <p:txBody>
          <a:bodyPr vert="horz" lIns="0" tIns="0" rIns="0" bIns="0" rtlCol="0" anchor="b"/>
          <a:lstStyle>
            <a:lvl1pPr algn="l">
              <a:defRPr sz="600" b="0" i="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stStyle>
          <a:p>
            <a:fld id="{6E2E38B8-B0B4-AD41-AC6E-B781F46A9FD3}" type="slidenum">
              <a:rPr lang="en-US" smtClean="0"/>
              <a:pPr/>
              <a:t>‹#›</a:t>
            </a:fld>
            <a:endParaRPr lang="en-US" dirty="0"/>
          </a:p>
        </p:txBody>
      </p:sp>
      <p:sp>
        <p:nvSpPr>
          <p:cNvPr id="6" name="Footer Placeholder 5"/>
          <p:cNvSpPr>
            <a:spLocks noGrp="1"/>
          </p:cNvSpPr>
          <p:nvPr>
            <p:ph type="ftr" sz="quarter" idx="4"/>
          </p:nvPr>
        </p:nvSpPr>
        <p:spPr>
          <a:xfrm>
            <a:off x="630936" y="8705088"/>
            <a:ext cx="3657600" cy="228600"/>
          </a:xfrm>
          <a:prstGeom prst="rect">
            <a:avLst/>
          </a:prstGeom>
        </p:spPr>
        <p:txBody>
          <a:bodyPr vert="horz" lIns="0" tIns="0" rIns="0" bIns="0" rtlCol="0" anchor="b"/>
          <a:lstStyle>
            <a:lvl1pPr algn="l">
              <a:defRPr sz="600" b="0" i="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stStyle>
          <a:p>
            <a:r>
              <a:rPr lang="en-US" dirty="0"/>
              <a:t>Group Name / DOC ID / Month XX, 2020 / © 2020 IBM Corporation</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dt="0"/>
  <p:notesStyle>
    <a:lvl1pPr marL="0" algn="l" defTabSz="1828800" rtl="0" eaLnBrk="1" latinLnBrk="0" hangingPunct="1">
      <a:spcBef>
        <a:spcPts val="1200"/>
      </a:spcBef>
      <a:defRPr sz="4800" b="0" i="0" kern="1200">
        <a:solidFill>
          <a:schemeClr val="bg1"/>
        </a:solidFill>
        <a:latin typeface="IBM Plex Sans" panose="020B0503050203000203" pitchFamily="34" charset="0"/>
        <a:ea typeface="+mn-ea"/>
        <a:cs typeface="+mn-cs"/>
      </a:defRPr>
    </a:lvl1pPr>
    <a:lvl2pPr marL="349250" indent="-339726" algn="l" defTabSz="1828800" rtl="0" eaLnBrk="1" latinLnBrk="0" hangingPunct="1">
      <a:spcBef>
        <a:spcPts val="1200"/>
      </a:spcBef>
      <a:buFont typeface="IBM Plex Sans"/>
      <a:buChar char="–"/>
      <a:tabLst/>
      <a:defRPr sz="4000" b="0" i="0" kern="1200">
        <a:solidFill>
          <a:schemeClr val="bg1"/>
        </a:solidFill>
        <a:latin typeface="IBM Plex Sans" panose="020B0503050203000203" pitchFamily="34" charset="0"/>
        <a:ea typeface="+mn-ea"/>
        <a:cs typeface="+mn-cs"/>
      </a:defRPr>
    </a:lvl2pPr>
    <a:lvl3pPr marL="694944" indent="-347472" algn="l" defTabSz="1828800" rtl="0" eaLnBrk="1" latinLnBrk="0" hangingPunct="1">
      <a:spcBef>
        <a:spcPts val="1200"/>
      </a:spcBef>
      <a:buFont typeface="Arial" panose="020B0604020202020204" pitchFamily="34" charset="0"/>
      <a:buChar char="•"/>
      <a:tabLst/>
      <a:defRPr sz="3600" b="0" i="0" kern="1200">
        <a:solidFill>
          <a:schemeClr val="bg1"/>
        </a:solidFill>
        <a:latin typeface="IBM Plex Sans" panose="020B0503050203000203" pitchFamily="34" charset="0"/>
        <a:ea typeface="+mn-ea"/>
        <a:cs typeface="+mn-cs"/>
      </a:defRPr>
    </a:lvl3pPr>
    <a:lvl4pPr marL="1261872" indent="-347472" algn="l" defTabSz="1828800" rtl="0" eaLnBrk="1" latinLnBrk="0" hangingPunct="1">
      <a:spcBef>
        <a:spcPts val="1200"/>
      </a:spcBef>
      <a:buFont typeface="IBM Plex Sans"/>
      <a:buChar char="–"/>
      <a:tabLst/>
      <a:defRPr sz="3200" b="0" i="0" kern="1200">
        <a:solidFill>
          <a:schemeClr val="bg1"/>
        </a:solidFill>
        <a:latin typeface="IBM Plex Sans" panose="020B0503050203000203" pitchFamily="34" charset="0"/>
        <a:ea typeface="+mn-ea"/>
        <a:cs typeface="+mn-cs"/>
      </a:defRPr>
    </a:lvl4pPr>
    <a:lvl5pPr marL="631825" marR="0" indent="0" algn="l" defTabSz="1828800" rtl="0" eaLnBrk="1" fontAlgn="base" latinLnBrk="0" hangingPunct="1">
      <a:lnSpc>
        <a:spcPct val="100000"/>
      </a:lnSpc>
      <a:spcBef>
        <a:spcPts val="1200"/>
      </a:spcBef>
      <a:spcAft>
        <a:spcPct val="0"/>
      </a:spcAft>
      <a:buClr>
        <a:srgbClr val="000000"/>
      </a:buClr>
      <a:buSzTx/>
      <a:buFont typeface="IBM Plex Sans" charset="-120"/>
      <a:buNone/>
      <a:tabLst/>
      <a:defRPr sz="2800" b="0" i="0" kern="1200">
        <a:solidFill>
          <a:schemeClr val="bg1"/>
        </a:solidFill>
        <a:latin typeface="IBM Plex Sans" panose="020B0503050203000203" pitchFamily="34" charset="0"/>
        <a:ea typeface="+mn-ea"/>
        <a:cs typeface="+mn-cs"/>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a:t>
            </a:fld>
            <a:endParaRPr lang="en-US" dirty="0"/>
          </a:p>
        </p:txBody>
      </p:sp>
      <p:sp>
        <p:nvSpPr>
          <p:cNvPr id="5" name="Footer Placeholder 4"/>
          <p:cNvSpPr>
            <a:spLocks noGrp="1"/>
          </p:cNvSpPr>
          <p:nvPr>
            <p:ph type="ftr" sz="quarter" idx="4"/>
          </p:nvPr>
        </p:nvSpPr>
        <p:spPr/>
        <p:txBody>
          <a:bodyPr/>
          <a:lstStyle/>
          <a:p>
            <a:r>
              <a:rPr lang="en-US"/>
              <a:t>Group Name / DOC ID / Month XX, 2020 / © 2020 IBM Corporation</a:t>
            </a:r>
            <a:endParaRPr lang="en-US" dirty="0"/>
          </a:p>
        </p:txBody>
      </p:sp>
    </p:spTree>
    <p:extLst>
      <p:ext uri="{BB962C8B-B14F-4D97-AF65-F5344CB8AC3E}">
        <p14:creationId xmlns:p14="http://schemas.microsoft.com/office/powerpoint/2010/main" val="3270002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to add notes</a:t>
            </a:r>
          </a:p>
        </p:txBody>
      </p:sp>
      <p:sp>
        <p:nvSpPr>
          <p:cNvPr id="4" name="Slide Number Placeholder 3"/>
          <p:cNvSpPr>
            <a:spLocks noGrp="1"/>
          </p:cNvSpPr>
          <p:nvPr>
            <p:ph type="sldNum" sz="quarter" idx="5"/>
          </p:nvPr>
        </p:nvSpPr>
        <p:spPr/>
        <p:txBody>
          <a:bodyPr/>
          <a:lstStyle/>
          <a:p>
            <a:fld id="{6E2E38B8-B0B4-AD41-AC6E-B781F46A9FD3}" type="slidenum">
              <a:rPr lang="en-US" smtClean="0"/>
              <a:pPr/>
              <a:t>5</a:t>
            </a:fld>
            <a:endParaRPr lang="en-US" dirty="0"/>
          </a:p>
        </p:txBody>
      </p:sp>
      <p:sp>
        <p:nvSpPr>
          <p:cNvPr id="5" name="Footer Placeholder 4"/>
          <p:cNvSpPr>
            <a:spLocks noGrp="1"/>
          </p:cNvSpPr>
          <p:nvPr>
            <p:ph type="ftr" sz="quarter" idx="4"/>
          </p:nvPr>
        </p:nvSpPr>
        <p:spPr/>
        <p:txBody>
          <a:bodyPr/>
          <a:lstStyle/>
          <a:p>
            <a:r>
              <a:rPr lang="en-US"/>
              <a:t>Group Name / DOC ID / Month XX, 2020 / © 2020 IBM Corporation</a:t>
            </a:r>
            <a:endParaRPr lang="en-US" dirty="0"/>
          </a:p>
        </p:txBody>
      </p:sp>
    </p:spTree>
    <p:extLst>
      <p:ext uri="{BB962C8B-B14F-4D97-AF65-F5344CB8AC3E}">
        <p14:creationId xmlns:p14="http://schemas.microsoft.com/office/powerpoint/2010/main" val="7935314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cov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3F3A5A8-3E36-474F-8D81-FB2FB00BB834}"/>
              </a:ext>
            </a:extLst>
          </p:cNvPr>
          <p:cNvPicPr>
            <a:picLocks noChangeAspect="1"/>
          </p:cNvPicPr>
          <p:nvPr userDrawn="1"/>
        </p:nvPicPr>
        <p:blipFill>
          <a:blip r:embed="rId2"/>
          <a:srcRect/>
          <a:stretch/>
        </p:blipFill>
        <p:spPr>
          <a:xfrm>
            <a:off x="9144000" y="0"/>
            <a:ext cx="9144000" cy="10287000"/>
          </a:xfrm>
          <a:prstGeom prst="rect">
            <a:avLst/>
          </a:prstGeom>
        </p:spPr>
      </p:pic>
      <p:sp>
        <p:nvSpPr>
          <p:cNvPr id="2" name="Title"/>
          <p:cNvSpPr>
            <a:spLocks noGrp="1"/>
          </p:cNvSpPr>
          <p:nvPr>
            <p:ph type="title"/>
          </p:nvPr>
        </p:nvSpPr>
        <p:spPr>
          <a:xfrm>
            <a:off x="420624" y="402336"/>
            <a:ext cx="8284464" cy="8701908"/>
          </a:xfrm>
        </p:spPr>
        <p:txBody>
          <a:bodyPr/>
          <a:lstStyle>
            <a:lvl1pPr>
              <a:defRPr>
                <a:solidFill>
                  <a:schemeClr val="bg1"/>
                </a:solidFill>
              </a:defRPr>
            </a:lvl1pPr>
          </a:lstStyle>
          <a:p>
            <a:r>
              <a:rPr lang="en-US"/>
              <a:t>Click to edit Master title style</a:t>
            </a:r>
            <a:endParaRPr lang="en-US" dirty="0"/>
          </a:p>
        </p:txBody>
      </p:sp>
      <p:pic>
        <p:nvPicPr>
          <p:cNvPr id="7" name="Picture" descr="IBM 8-bar logo">
            <a:extLst>
              <a:ext uri="{FF2B5EF4-FFF2-40B4-BE49-F238E27FC236}">
                <a16:creationId xmlns:a16="http://schemas.microsoft.com/office/drawing/2014/main" id="{0BF3E00E-5117-7448-9392-5547E63CF62B}"/>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6787625" y="9386155"/>
            <a:ext cx="1043178" cy="413582"/>
          </a:xfrm>
          <a:prstGeom prst="rect">
            <a:avLst/>
          </a:prstGeom>
        </p:spPr>
      </p:pic>
      <p:pic>
        <p:nvPicPr>
          <p:cNvPr id="6" name="Picture 5">
            <a:extLst>
              <a:ext uri="{FF2B5EF4-FFF2-40B4-BE49-F238E27FC236}">
                <a16:creationId xmlns:a16="http://schemas.microsoft.com/office/drawing/2014/main" id="{EE2AEEAD-CF87-9A4D-997D-56C3EF3C8276}"/>
              </a:ext>
            </a:extLst>
          </p:cNvPr>
          <p:cNvPicPr>
            <a:picLocks noChangeAspect="1"/>
          </p:cNvPicPr>
          <p:nvPr userDrawn="1"/>
        </p:nvPicPr>
        <p:blipFill>
          <a:blip r:embed="rId4"/>
          <a:stretch>
            <a:fillRect/>
          </a:stretch>
        </p:blipFill>
        <p:spPr>
          <a:xfrm>
            <a:off x="28041606" y="483183"/>
            <a:ext cx="8247720" cy="2605018"/>
          </a:xfrm>
          <a:prstGeom prst="rect">
            <a:avLst/>
          </a:prstGeom>
        </p:spPr>
      </p:pic>
      <p:sp>
        <p:nvSpPr>
          <p:cNvPr id="4" name="Rectangle 3">
            <a:extLst>
              <a:ext uri="{FF2B5EF4-FFF2-40B4-BE49-F238E27FC236}">
                <a16:creationId xmlns:a16="http://schemas.microsoft.com/office/drawing/2014/main" id="{2F0FB105-D4D5-5A4E-985A-7D990FBF8835}"/>
              </a:ext>
            </a:extLst>
          </p:cNvPr>
          <p:cNvSpPr/>
          <p:nvPr userDrawn="1"/>
        </p:nvSpPr>
        <p:spPr>
          <a:xfrm>
            <a:off x="420625" y="9469165"/>
            <a:ext cx="2792752" cy="338554"/>
          </a:xfrm>
          <a:prstGeom prst="rect">
            <a:avLst/>
          </a:prstGeom>
        </p:spPr>
        <p:txBody>
          <a:bodyPr wrap="none" lIns="91440" rIns="91440" anchor="ctr">
            <a:spAutoFit/>
          </a:bodyPr>
          <a:lstStyle/>
          <a:p>
            <a:pPr algn="l"/>
            <a:r>
              <a:rPr lang="en-US" sz="1600" dirty="0">
                <a:solidFill>
                  <a:schemeClr val="bg1"/>
                </a:solidFill>
              </a:rPr>
              <a:t>© Copyright IBM Corp. 2023</a:t>
            </a:r>
          </a:p>
        </p:txBody>
      </p:sp>
    </p:spTree>
    <p:extLst>
      <p:ext uri="{BB962C8B-B14F-4D97-AF65-F5344CB8AC3E}">
        <p14:creationId xmlns:p14="http://schemas.microsoft.com/office/powerpoint/2010/main" val="3200526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cover">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3F3A5A8-3E36-474F-8D81-FB2FB00BB834}"/>
              </a:ext>
            </a:extLst>
          </p:cNvPr>
          <p:cNvPicPr>
            <a:picLocks noChangeAspect="1"/>
          </p:cNvPicPr>
          <p:nvPr userDrawn="1"/>
        </p:nvPicPr>
        <p:blipFill>
          <a:blip r:embed="rId2"/>
          <a:srcRect/>
          <a:stretch/>
        </p:blipFill>
        <p:spPr>
          <a:xfrm>
            <a:off x="0" y="0"/>
            <a:ext cx="5439905" cy="10287000"/>
          </a:xfrm>
          <a:prstGeom prst="rect">
            <a:avLst/>
          </a:prstGeom>
        </p:spPr>
      </p:pic>
      <p:sp>
        <p:nvSpPr>
          <p:cNvPr id="2" name="Title"/>
          <p:cNvSpPr>
            <a:spLocks noGrp="1"/>
          </p:cNvSpPr>
          <p:nvPr>
            <p:ph type="title"/>
          </p:nvPr>
        </p:nvSpPr>
        <p:spPr>
          <a:xfrm>
            <a:off x="5876036" y="340343"/>
            <a:ext cx="12225984" cy="9780050"/>
          </a:xfrm>
        </p:spPr>
        <p:txBody>
          <a:bodyPr/>
          <a:lstStyle>
            <a:lvl1pPr>
              <a:defRPr>
                <a:solidFill>
                  <a:srgbClr val="161616"/>
                </a:solidFill>
              </a:defRPr>
            </a:lvl1pPr>
          </a:lstStyle>
          <a:p>
            <a:r>
              <a:rPr lang="en-US" dirty="0"/>
              <a:t>Click to edit Master title style</a:t>
            </a:r>
          </a:p>
        </p:txBody>
      </p:sp>
      <p:pic>
        <p:nvPicPr>
          <p:cNvPr id="7" name="Picture" descr="IBM 8-bar logo">
            <a:extLst>
              <a:ext uri="{FF2B5EF4-FFF2-40B4-BE49-F238E27FC236}">
                <a16:creationId xmlns:a16="http://schemas.microsoft.com/office/drawing/2014/main" id="{0BF3E00E-5117-7448-9392-5547E63CF62B}"/>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6787625" y="9386155"/>
            <a:ext cx="1043178" cy="413582"/>
          </a:xfrm>
          <a:prstGeom prst="rect">
            <a:avLst/>
          </a:prstGeom>
        </p:spPr>
      </p:pic>
      <p:pic>
        <p:nvPicPr>
          <p:cNvPr id="6" name="Picture 5">
            <a:extLst>
              <a:ext uri="{FF2B5EF4-FFF2-40B4-BE49-F238E27FC236}">
                <a16:creationId xmlns:a16="http://schemas.microsoft.com/office/drawing/2014/main" id="{EE2AEEAD-CF87-9A4D-997D-56C3EF3C8276}"/>
              </a:ext>
            </a:extLst>
          </p:cNvPr>
          <p:cNvPicPr>
            <a:picLocks noChangeAspect="1"/>
          </p:cNvPicPr>
          <p:nvPr userDrawn="1"/>
        </p:nvPicPr>
        <p:blipFill>
          <a:blip r:embed="rId4"/>
          <a:stretch>
            <a:fillRect/>
          </a:stretch>
        </p:blipFill>
        <p:spPr>
          <a:xfrm>
            <a:off x="28041606" y="483183"/>
            <a:ext cx="8247720" cy="2605018"/>
          </a:xfrm>
          <a:prstGeom prst="rect">
            <a:avLst/>
          </a:prstGeom>
        </p:spPr>
      </p:pic>
      <p:pic>
        <p:nvPicPr>
          <p:cNvPr id="3" name="Picture 2">
            <a:extLst>
              <a:ext uri="{FF2B5EF4-FFF2-40B4-BE49-F238E27FC236}">
                <a16:creationId xmlns:a16="http://schemas.microsoft.com/office/drawing/2014/main" id="{E670759E-3E21-144D-8893-ECCCDC302387}"/>
              </a:ext>
            </a:extLst>
          </p:cNvPr>
          <p:cNvPicPr>
            <a:picLocks noChangeAspect="1"/>
          </p:cNvPicPr>
          <p:nvPr userDrawn="1"/>
        </p:nvPicPr>
        <p:blipFill>
          <a:blip r:embed="rId5"/>
          <a:stretch>
            <a:fillRect/>
          </a:stretch>
        </p:blipFill>
        <p:spPr>
          <a:xfrm>
            <a:off x="14160500" y="0"/>
            <a:ext cx="4127500" cy="1308100"/>
          </a:xfrm>
          <a:prstGeom prst="rect">
            <a:avLst/>
          </a:prstGeom>
        </p:spPr>
      </p:pic>
    </p:spTree>
    <p:extLst>
      <p:ext uri="{BB962C8B-B14F-4D97-AF65-F5344CB8AC3E}">
        <p14:creationId xmlns:p14="http://schemas.microsoft.com/office/powerpoint/2010/main" val="3704615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oxes (1 large, 4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18288000" cy="5138926"/>
          </a:xfrm>
          <a:noFill/>
        </p:spPr>
        <p:txBody>
          <a:bodyPr lIns="182880" tIns="164592" rIns="228600" bIns="228600"/>
          <a:lstStyle>
            <a:lvl1pPr>
              <a:defRPr sz="4800"/>
            </a:lvl1pPr>
          </a:lstStyle>
          <a:p>
            <a:r>
              <a:rPr lang="en-US"/>
              <a:t>Click to edit Master title style</a:t>
            </a:r>
            <a:endParaRPr lang="en-US" dirty="0"/>
          </a:p>
        </p:txBody>
      </p:sp>
      <p:sp>
        <p:nvSpPr>
          <p:cNvPr id="7" name="Content Placeholder 1"/>
          <p:cNvSpPr>
            <a:spLocks noGrp="1"/>
          </p:cNvSpPr>
          <p:nvPr>
            <p:ph sz="quarter" idx="20"/>
          </p:nvPr>
        </p:nvSpPr>
        <p:spPr>
          <a:xfrm>
            <a:off x="0" y="2577739"/>
            <a:ext cx="4572000" cy="7709262"/>
          </a:xfrm>
          <a:solidFill>
            <a:srgbClr val="061F80"/>
          </a:solidFill>
        </p:spPr>
        <p:txBody>
          <a:bodyPr lIns="219456" tIns="201168" rIns="228600" bIns="228600"/>
          <a:lstStyle>
            <a:lvl1pPr>
              <a:defRPr>
                <a:solidFill>
                  <a:schemeClr val="bg1"/>
                </a:solidFill>
              </a:defRPr>
            </a:lvl1pPr>
          </a:lstStyle>
          <a:p>
            <a:pPr lvl="0"/>
            <a:r>
              <a:rPr lang="en-US"/>
              <a:t>Click to edit Master text styles</a:t>
            </a:r>
          </a:p>
        </p:txBody>
      </p:sp>
      <p:sp>
        <p:nvSpPr>
          <p:cNvPr id="14" name="Content Placeholder 2"/>
          <p:cNvSpPr>
            <a:spLocks noGrp="1"/>
          </p:cNvSpPr>
          <p:nvPr>
            <p:ph sz="quarter" idx="19"/>
          </p:nvPr>
        </p:nvSpPr>
        <p:spPr>
          <a:xfrm>
            <a:off x="4572002" y="2577739"/>
            <a:ext cx="4572000" cy="7709262"/>
          </a:xfrm>
          <a:solidFill>
            <a:srgbClr val="054ADA"/>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6" name="Content Placeholder 3"/>
          <p:cNvSpPr>
            <a:spLocks noGrp="1"/>
          </p:cNvSpPr>
          <p:nvPr>
            <p:ph sz="quarter" idx="17"/>
          </p:nvPr>
        </p:nvSpPr>
        <p:spPr>
          <a:xfrm>
            <a:off x="9144000" y="2577736"/>
            <a:ext cx="4572000" cy="7709264"/>
          </a:xfrm>
          <a:solidFill>
            <a:schemeClr val="accent2"/>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11" name="Content Placeholder 4"/>
          <p:cNvSpPr>
            <a:spLocks noGrp="1"/>
          </p:cNvSpPr>
          <p:nvPr>
            <p:ph sz="quarter" idx="18"/>
          </p:nvPr>
        </p:nvSpPr>
        <p:spPr>
          <a:xfrm>
            <a:off x="13716000" y="2577736"/>
            <a:ext cx="4572000" cy="7709264"/>
          </a:xfrm>
          <a:solidFill>
            <a:srgbClr val="6EA6FF"/>
          </a:solidFill>
          <a:ln>
            <a:noFill/>
          </a:ln>
        </p:spPr>
        <p:txBody>
          <a:bodyPr lIns="219456" tIns="201168" rIns="228600" bIns="228600"/>
          <a:lstStyle>
            <a:lvl1pPr>
              <a:defRPr>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10629819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column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AC82BDA-1A4A-C581-2C24-251B8B7329D2}"/>
              </a:ext>
            </a:extLst>
          </p:cNvPr>
          <p:cNvPicPr>
            <a:picLocks noChangeAspect="1"/>
          </p:cNvPicPr>
          <p:nvPr userDrawn="1"/>
        </p:nvPicPr>
        <p:blipFill>
          <a:blip r:embed="rId2"/>
          <a:stretch>
            <a:fillRect/>
          </a:stretch>
        </p:blipFill>
        <p:spPr>
          <a:xfrm>
            <a:off x="0" y="-2"/>
            <a:ext cx="4559985" cy="10268712"/>
          </a:xfrm>
          <a:prstGeom prst="rect">
            <a:avLst/>
          </a:prstGeom>
        </p:spPr>
      </p:pic>
      <p:sp>
        <p:nvSpPr>
          <p:cNvPr id="13" name="Rectangle 12">
            <a:extLst>
              <a:ext uri="{FF2B5EF4-FFF2-40B4-BE49-F238E27FC236}">
                <a16:creationId xmlns:a16="http://schemas.microsoft.com/office/drawing/2014/main" id="{966FEE74-B9F1-F746-8B54-4A4DE0A57905}"/>
              </a:ext>
            </a:extLst>
          </p:cNvPr>
          <p:cNvSpPr/>
          <p:nvPr userDrawn="1"/>
        </p:nvSpPr>
        <p:spPr bwMode="auto">
          <a:xfrm>
            <a:off x="4571973" y="1568862"/>
            <a:ext cx="6849058" cy="8734248"/>
          </a:xfrm>
          <a:prstGeom prst="rect">
            <a:avLst/>
          </a:prstGeom>
          <a:solidFill>
            <a:schemeClr val="bg1"/>
          </a:solidFill>
          <a:ln w="19050">
            <a:solidFill>
              <a:schemeClr val="bg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2000" tIns="72000" rIns="72000" bIns="72000" numCol="1" rtlCol="0" anchor="t" anchorCtr="0" compatLnSpc="1">
            <a:prstTxWarp prst="textNoShape">
              <a:avLst/>
            </a:prstTxWarp>
          </a:bodyPr>
          <a:lstStyle/>
          <a:p>
            <a:pPr marL="0" marR="0" indent="0" algn="l" defTabSz="1371966" rtl="0" eaLnBrk="1" fontAlgn="auto" latinLnBrk="0" hangingPunct="1">
              <a:lnSpc>
                <a:spcPct val="100000"/>
              </a:lnSpc>
              <a:spcBef>
                <a:spcPts val="0"/>
              </a:spcBef>
              <a:spcAft>
                <a:spcPts val="0"/>
              </a:spcAft>
              <a:buClrTx/>
              <a:buSzTx/>
              <a:buFontTx/>
              <a:buNone/>
              <a:tabLst/>
            </a:pPr>
            <a:endParaRPr kumimoji="0" lang="en-US" sz="2800" b="0" i="0" u="none" strike="noStrike" kern="1200" cap="none" spc="0" normalizeH="0" baseline="0" noProof="0" dirty="0">
              <a:ln>
                <a:noFill/>
              </a:ln>
              <a:solidFill>
                <a:schemeClr val="tx1"/>
              </a:solidFill>
              <a:effectLst/>
              <a:uLnTx/>
              <a:uFillTx/>
              <a:latin typeface="IBM Plex Sans" charset="0"/>
              <a:ea typeface="IBM Plex Sans" charset="0"/>
              <a:cs typeface="IBM Plex Sans" charset="0"/>
            </a:endParaRPr>
          </a:p>
        </p:txBody>
      </p:sp>
      <p:sp>
        <p:nvSpPr>
          <p:cNvPr id="15" name="Rectangle 14">
            <a:extLst>
              <a:ext uri="{FF2B5EF4-FFF2-40B4-BE49-F238E27FC236}">
                <a16:creationId xmlns:a16="http://schemas.microsoft.com/office/drawing/2014/main" id="{0D962F5F-E2F9-8D4E-B6DA-DB8A775D0A02}"/>
              </a:ext>
            </a:extLst>
          </p:cNvPr>
          <p:cNvSpPr/>
          <p:nvPr userDrawn="1"/>
        </p:nvSpPr>
        <p:spPr bwMode="auto">
          <a:xfrm>
            <a:off x="11418224" y="1552752"/>
            <a:ext cx="6869728" cy="8734248"/>
          </a:xfrm>
          <a:prstGeom prst="rect">
            <a:avLst/>
          </a:prstGeom>
          <a:solidFill>
            <a:schemeClr val="bg1"/>
          </a:solidFill>
          <a:ln w="19050">
            <a:solidFill>
              <a:schemeClr val="bg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2000" tIns="72000" rIns="72000" bIns="72000" numCol="1" rtlCol="0" anchor="t" anchorCtr="0" compatLnSpc="1">
            <a:prstTxWarp prst="textNoShape">
              <a:avLst/>
            </a:prstTxWarp>
          </a:bodyPr>
          <a:lstStyle/>
          <a:p>
            <a:pPr marL="0" marR="0" indent="0" algn="l" defTabSz="1371966" rtl="0" eaLnBrk="1" fontAlgn="auto" latinLnBrk="0" hangingPunct="1">
              <a:lnSpc>
                <a:spcPct val="100000"/>
              </a:lnSpc>
              <a:spcBef>
                <a:spcPts val="0"/>
              </a:spcBef>
              <a:spcAft>
                <a:spcPts val="0"/>
              </a:spcAft>
              <a:buClrTx/>
              <a:buSzTx/>
              <a:buFontTx/>
              <a:buNone/>
              <a:tabLst/>
            </a:pPr>
            <a:endParaRPr kumimoji="0" lang="en-US" sz="2800" b="0" i="0" u="none" strike="noStrike" kern="1200" cap="none" spc="0" normalizeH="0" baseline="0" noProof="0" dirty="0">
              <a:ln>
                <a:noFill/>
              </a:ln>
              <a:solidFill>
                <a:schemeClr val="tx1"/>
              </a:solidFill>
              <a:effectLst/>
              <a:uLnTx/>
              <a:uFillTx/>
              <a:latin typeface="IBM Plex Sans" charset="0"/>
              <a:ea typeface="IBM Plex Sans" charset="0"/>
              <a:cs typeface="IBM Plex Sans" charset="0"/>
            </a:endParaRPr>
          </a:p>
        </p:txBody>
      </p:sp>
      <p:sp>
        <p:nvSpPr>
          <p:cNvPr id="5" name="Rectangle 4">
            <a:extLst>
              <a:ext uri="{FF2B5EF4-FFF2-40B4-BE49-F238E27FC236}">
                <a16:creationId xmlns:a16="http://schemas.microsoft.com/office/drawing/2014/main" id="{FBE1FDA1-FB4D-9149-8D67-279339A3B65B}"/>
              </a:ext>
            </a:extLst>
          </p:cNvPr>
          <p:cNvSpPr/>
          <p:nvPr userDrawn="1"/>
        </p:nvSpPr>
        <p:spPr bwMode="auto">
          <a:xfrm>
            <a:off x="4551308" y="1"/>
            <a:ext cx="6869728" cy="1552754"/>
          </a:xfrm>
          <a:prstGeom prst="rect">
            <a:avLst/>
          </a:prstGeom>
          <a:solidFill>
            <a:srgbClr val="0043CE"/>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2000" tIns="72000" rIns="72000" bIns="72000" numCol="1" rtlCol="0" anchor="ctr" anchorCtr="0" compatLnSpc="1">
            <a:prstTxWarp prst="textNoShape">
              <a:avLst/>
            </a:prstTxWarp>
          </a:bodyPr>
          <a:lstStyle/>
          <a:p>
            <a:pPr marL="0" marR="0" indent="0" algn="l" defTabSz="1371966" rtl="0" eaLnBrk="1" fontAlgn="auto" latinLnBrk="0" hangingPunct="1">
              <a:lnSpc>
                <a:spcPct val="100000"/>
              </a:lnSpc>
              <a:spcBef>
                <a:spcPts val="0"/>
              </a:spcBef>
              <a:spcAft>
                <a:spcPts val="0"/>
              </a:spcAft>
              <a:buClrTx/>
              <a:buSzTx/>
              <a:buFontTx/>
              <a:buNone/>
              <a:tabLst/>
            </a:pPr>
            <a:endParaRPr kumimoji="0" lang="en-US" sz="3600" b="1" i="0" u="none" strike="noStrike" kern="1200" cap="none" spc="0" normalizeH="0" baseline="0" noProof="0" dirty="0">
              <a:ln>
                <a:noFill/>
              </a:ln>
              <a:solidFill>
                <a:schemeClr val="bg1"/>
              </a:solidFill>
              <a:effectLst/>
              <a:uLnTx/>
              <a:uFillTx/>
              <a:latin typeface="IBM Plex Sans Medium" panose="020B0503050203000203" pitchFamily="34" charset="0"/>
              <a:ea typeface="IBM Plex Sans" charset="0"/>
              <a:cs typeface="IBM Plex Sans" charset="0"/>
            </a:endParaRPr>
          </a:p>
        </p:txBody>
      </p:sp>
      <p:sp>
        <p:nvSpPr>
          <p:cNvPr id="10" name="Rectangle 9">
            <a:extLst>
              <a:ext uri="{FF2B5EF4-FFF2-40B4-BE49-F238E27FC236}">
                <a16:creationId xmlns:a16="http://schemas.microsoft.com/office/drawing/2014/main" id="{27EA7323-5127-D64A-AD64-AB6308401CD0}"/>
              </a:ext>
            </a:extLst>
          </p:cNvPr>
          <p:cNvSpPr/>
          <p:nvPr userDrawn="1"/>
        </p:nvSpPr>
        <p:spPr bwMode="auto">
          <a:xfrm>
            <a:off x="11418275" y="-1"/>
            <a:ext cx="6869726" cy="1552754"/>
          </a:xfrm>
          <a:prstGeom prst="rect">
            <a:avLst/>
          </a:prstGeom>
          <a:solidFill>
            <a:srgbClr val="6929C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2000" tIns="72000" rIns="72000" bIns="72000" numCol="1" rtlCol="0" anchor="ctr" anchorCtr="0" compatLnSpc="1">
            <a:prstTxWarp prst="textNoShape">
              <a:avLst/>
            </a:prstTxWarp>
          </a:bodyPr>
          <a:lstStyle/>
          <a:p>
            <a:pPr marL="0" marR="0" indent="0" algn="l" defTabSz="1371966" rtl="0" eaLnBrk="1" fontAlgn="auto" latinLnBrk="0" hangingPunct="1">
              <a:lnSpc>
                <a:spcPct val="100000"/>
              </a:lnSpc>
              <a:spcBef>
                <a:spcPts val="0"/>
              </a:spcBef>
              <a:spcAft>
                <a:spcPts val="0"/>
              </a:spcAft>
              <a:buClrTx/>
              <a:buSzTx/>
              <a:buFontTx/>
              <a:buNone/>
              <a:tabLst/>
            </a:pPr>
            <a:endParaRPr kumimoji="0" lang="en-US" sz="3600" b="1" i="0" u="none" strike="noStrike" kern="1200" cap="none" spc="0" normalizeH="0" baseline="0" noProof="0" dirty="0">
              <a:ln>
                <a:noFill/>
              </a:ln>
              <a:solidFill>
                <a:schemeClr val="bg1"/>
              </a:solidFill>
              <a:effectLst/>
              <a:uLnTx/>
              <a:uFillTx/>
              <a:latin typeface="IBM Plex Sans Medium" panose="020B0503050203000203" pitchFamily="34" charset="0"/>
              <a:ea typeface="IBM Plex Sans" charset="0"/>
              <a:cs typeface="IBM Plex Sans" charset="0"/>
            </a:endParaRPr>
          </a:p>
        </p:txBody>
      </p:sp>
      <p:cxnSp>
        <p:nvCxnSpPr>
          <p:cNvPr id="18" name="Straight Connector 17">
            <a:extLst>
              <a:ext uri="{FF2B5EF4-FFF2-40B4-BE49-F238E27FC236}">
                <a16:creationId xmlns:a16="http://schemas.microsoft.com/office/drawing/2014/main" id="{76DA1C59-5427-D346-9B69-C0F285E2E313}"/>
              </a:ext>
            </a:extLst>
          </p:cNvPr>
          <p:cNvCxnSpPr>
            <a:cxnSpLocks/>
          </p:cNvCxnSpPr>
          <p:nvPr userDrawn="1"/>
        </p:nvCxnSpPr>
        <p:spPr bwMode="auto">
          <a:xfrm>
            <a:off x="11418224" y="-2"/>
            <a:ext cx="0" cy="10287000"/>
          </a:xfrm>
          <a:prstGeom prst="line">
            <a:avLst/>
          </a:prstGeom>
          <a:ln w="25400">
            <a:solidFill>
              <a:srgbClr val="C6C6C6"/>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83A47F9D-7BB4-6844-8EB4-AD6B018B67AA}"/>
              </a:ext>
            </a:extLst>
          </p:cNvPr>
          <p:cNvCxnSpPr>
            <a:cxnSpLocks/>
          </p:cNvCxnSpPr>
          <p:nvPr userDrawn="1"/>
        </p:nvCxnSpPr>
        <p:spPr bwMode="auto">
          <a:xfrm flipH="1">
            <a:off x="4551308" y="1552752"/>
            <a:ext cx="13736692" cy="0"/>
          </a:xfrm>
          <a:prstGeom prst="line">
            <a:avLst/>
          </a:prstGeom>
          <a:ln w="25400">
            <a:solidFill>
              <a:srgbClr val="C6C6C6"/>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6" name="Title">
            <a:extLst>
              <a:ext uri="{FF2B5EF4-FFF2-40B4-BE49-F238E27FC236}">
                <a16:creationId xmlns:a16="http://schemas.microsoft.com/office/drawing/2014/main" id="{3D8DE089-87DB-3747-8F04-849133B08F1C}"/>
              </a:ext>
            </a:extLst>
          </p:cNvPr>
          <p:cNvSpPr>
            <a:spLocks noGrp="1"/>
          </p:cNvSpPr>
          <p:nvPr>
            <p:ph type="title"/>
          </p:nvPr>
        </p:nvSpPr>
        <p:spPr>
          <a:xfrm>
            <a:off x="340451" y="554703"/>
            <a:ext cx="3657410" cy="4741154"/>
          </a:xfrm>
        </p:spPr>
        <p:txBody>
          <a:bodyPr/>
          <a:lstStyle/>
          <a:p>
            <a:r>
              <a:rPr lang="en-US"/>
              <a:t>Click to edit Master title style</a:t>
            </a:r>
            <a:endParaRPr lang="en-US" dirty="0"/>
          </a:p>
        </p:txBody>
      </p:sp>
      <p:sp>
        <p:nvSpPr>
          <p:cNvPr id="30" name="Text Placeholder 28">
            <a:extLst>
              <a:ext uri="{FF2B5EF4-FFF2-40B4-BE49-F238E27FC236}">
                <a16:creationId xmlns:a16="http://schemas.microsoft.com/office/drawing/2014/main" id="{30CB5523-C55B-7048-8A85-FC6568242883}"/>
              </a:ext>
            </a:extLst>
          </p:cNvPr>
          <p:cNvSpPr>
            <a:spLocks noGrp="1"/>
          </p:cNvSpPr>
          <p:nvPr>
            <p:ph type="body" sz="quarter" idx="16" hasCustomPrompt="1"/>
          </p:nvPr>
        </p:nvSpPr>
        <p:spPr>
          <a:xfrm>
            <a:off x="4779912" y="285957"/>
            <a:ext cx="6430280" cy="996950"/>
          </a:xfrm>
        </p:spPr>
        <p:txBody>
          <a:bodyPr anchor="ctr"/>
          <a:lstStyle>
            <a:lvl1pPr>
              <a:defRPr b="1" i="0">
                <a:latin typeface="IBM Plex Sans SemiBold" panose="020B0503050203000203" pitchFamily="34" charset="0"/>
              </a:defRPr>
            </a:lvl1pPr>
          </a:lstStyle>
          <a:p>
            <a:pPr lvl="0"/>
            <a:r>
              <a:rPr lang="en-US" b="1" dirty="0"/>
              <a:t>Header</a:t>
            </a:r>
            <a:endParaRPr lang="en-US" dirty="0"/>
          </a:p>
        </p:txBody>
      </p:sp>
      <p:sp>
        <p:nvSpPr>
          <p:cNvPr id="16" name="Text Placeholder 28">
            <a:extLst>
              <a:ext uri="{FF2B5EF4-FFF2-40B4-BE49-F238E27FC236}">
                <a16:creationId xmlns:a16="http://schemas.microsoft.com/office/drawing/2014/main" id="{94668D63-0C97-7747-955C-DB6FABC5A7E2}"/>
              </a:ext>
            </a:extLst>
          </p:cNvPr>
          <p:cNvSpPr>
            <a:spLocks noGrp="1"/>
          </p:cNvSpPr>
          <p:nvPr>
            <p:ph type="body" sz="quarter" idx="17" hasCustomPrompt="1"/>
          </p:nvPr>
        </p:nvSpPr>
        <p:spPr>
          <a:xfrm>
            <a:off x="11626258" y="285957"/>
            <a:ext cx="6430280" cy="996950"/>
          </a:xfrm>
        </p:spPr>
        <p:txBody>
          <a:bodyPr anchor="ctr"/>
          <a:lstStyle>
            <a:lvl1pPr>
              <a:defRPr b="1" i="0">
                <a:latin typeface="IBM Plex Sans SemiBold" panose="020B0503050203000203" pitchFamily="34" charset="0"/>
              </a:defRPr>
            </a:lvl1pPr>
          </a:lstStyle>
          <a:p>
            <a:pPr lvl="0"/>
            <a:r>
              <a:rPr lang="en-US" b="1" dirty="0"/>
              <a:t>Header</a:t>
            </a:r>
            <a:endParaRPr lang="en-US" dirty="0"/>
          </a:p>
        </p:txBody>
      </p:sp>
      <p:sp>
        <p:nvSpPr>
          <p:cNvPr id="21" name="Content Placeholder 3">
            <a:extLst>
              <a:ext uri="{FF2B5EF4-FFF2-40B4-BE49-F238E27FC236}">
                <a16:creationId xmlns:a16="http://schemas.microsoft.com/office/drawing/2014/main" id="{3D5611E5-6521-3D4F-9EE4-8EE27FBEFBB7}"/>
              </a:ext>
            </a:extLst>
          </p:cNvPr>
          <p:cNvSpPr>
            <a:spLocks noGrp="1"/>
          </p:cNvSpPr>
          <p:nvPr>
            <p:ph sz="quarter" idx="14"/>
          </p:nvPr>
        </p:nvSpPr>
        <p:spPr>
          <a:xfrm>
            <a:off x="4779912" y="1856124"/>
            <a:ext cx="6430280" cy="8144920"/>
          </a:xfrm>
        </p:spPr>
        <p:txBody>
          <a:bodyPr/>
          <a:lstStyle>
            <a:lvl1pPr>
              <a:buClr>
                <a:srgbClr val="000000"/>
              </a:buClr>
              <a:defRPr>
                <a:solidFill>
                  <a:schemeClr val="tx1"/>
                </a:solidFill>
              </a:defRPr>
            </a:lvl1pPr>
            <a:lvl2pPr>
              <a:buClr>
                <a:srgbClr val="000000"/>
              </a:buClr>
              <a:defRPr>
                <a:solidFill>
                  <a:schemeClr val="tx1"/>
                </a:solidFill>
              </a:defRPr>
            </a:lvl2pPr>
            <a:lvl3pPr>
              <a:buClr>
                <a:srgbClr val="000000"/>
              </a:buClr>
              <a:defRPr>
                <a:solidFill>
                  <a:schemeClr val="tx1"/>
                </a:solidFill>
              </a:defRPr>
            </a:lvl3pPr>
            <a:lvl4pPr>
              <a:buClr>
                <a:srgbClr val="000000"/>
              </a:buClr>
              <a:defRPr>
                <a:solidFill>
                  <a:schemeClr val="tx1"/>
                </a:solidFill>
              </a:defRPr>
            </a:lvl4pPr>
            <a:lvl5pPr>
              <a:buClr>
                <a:srgbClr val="000000"/>
              </a:buCl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Content Placeholder 3">
            <a:extLst>
              <a:ext uri="{FF2B5EF4-FFF2-40B4-BE49-F238E27FC236}">
                <a16:creationId xmlns:a16="http://schemas.microsoft.com/office/drawing/2014/main" id="{6FE5C2B5-44EA-7C44-95EF-01491F58B45E}"/>
              </a:ext>
            </a:extLst>
          </p:cNvPr>
          <p:cNvSpPr>
            <a:spLocks noGrp="1"/>
          </p:cNvSpPr>
          <p:nvPr>
            <p:ph sz="quarter" idx="18"/>
          </p:nvPr>
        </p:nvSpPr>
        <p:spPr>
          <a:xfrm>
            <a:off x="11639350" y="1857465"/>
            <a:ext cx="6430280" cy="8163506"/>
          </a:xfrm>
        </p:spPr>
        <p:txBody>
          <a:bodyPr/>
          <a:lstStyle>
            <a:lvl1pPr>
              <a:buClr>
                <a:srgbClr val="000000"/>
              </a:buClr>
              <a:defRPr>
                <a:solidFill>
                  <a:schemeClr val="tx1"/>
                </a:solidFill>
              </a:defRPr>
            </a:lvl1pPr>
            <a:lvl2pPr>
              <a:buClr>
                <a:srgbClr val="000000"/>
              </a:buClr>
              <a:defRPr>
                <a:solidFill>
                  <a:schemeClr val="tx1"/>
                </a:solidFill>
              </a:defRPr>
            </a:lvl2pPr>
            <a:lvl3pPr>
              <a:buClr>
                <a:srgbClr val="000000"/>
              </a:buClr>
              <a:defRPr>
                <a:solidFill>
                  <a:schemeClr val="tx1"/>
                </a:solidFill>
              </a:defRPr>
            </a:lvl3pPr>
            <a:lvl4pPr>
              <a:buClr>
                <a:srgbClr val="000000"/>
              </a:buClr>
              <a:defRPr>
                <a:solidFill>
                  <a:schemeClr val="tx1"/>
                </a:solidFill>
              </a:defRPr>
            </a:lvl4pPr>
            <a:lvl5pPr>
              <a:buClr>
                <a:srgbClr val="000000"/>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4488006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4" name="Title Placeholder"/>
          <p:cNvSpPr>
            <a:spLocks noGrp="1"/>
          </p:cNvSpPr>
          <p:nvPr>
            <p:ph type="title"/>
          </p:nvPr>
        </p:nvSpPr>
        <p:spPr>
          <a:xfrm>
            <a:off x="420624" y="402336"/>
            <a:ext cx="8284464" cy="8589264"/>
          </a:xfrm>
          <a:prstGeom prst="rect">
            <a:avLst/>
          </a:prstGeom>
        </p:spPr>
        <p:txBody>
          <a:bodyPr vert="horz" lIns="0" tIns="0" rIns="0" bIns="0" rtlCol="0" anchor="t">
            <a:noAutofit/>
          </a:bodyPr>
          <a:lstStyle/>
          <a:p>
            <a:r>
              <a:rPr lang="en-US"/>
              <a:t>Click to edit Master title style</a:t>
            </a:r>
            <a:endParaRPr lang="en-US" dirty="0"/>
          </a:p>
        </p:txBody>
      </p:sp>
      <p:sp>
        <p:nvSpPr>
          <p:cNvPr id="5" name="Text Placeholder"/>
          <p:cNvSpPr>
            <a:spLocks noGrp="1"/>
          </p:cNvSpPr>
          <p:nvPr>
            <p:ph type="body" idx="1"/>
          </p:nvPr>
        </p:nvSpPr>
        <p:spPr>
          <a:xfrm>
            <a:off x="9582912" y="402336"/>
            <a:ext cx="8247888" cy="8589264"/>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59" name="Group 1" descr="Outside edge tick marks for alignment">
            <a:extLst>
              <a:ext uri="{C183D7F6-B498-43B3-948B-1728B52AA6E4}">
                <adec:decorative xmlns:adec="http://schemas.microsoft.com/office/drawing/2017/decorative" val="0"/>
              </a:ext>
            </a:extLst>
          </p:cNvPr>
          <p:cNvGrpSpPr/>
          <p:nvPr userDrawn="1"/>
        </p:nvGrpSpPr>
        <p:grpSpPr>
          <a:xfrm>
            <a:off x="-219460" y="-220980"/>
            <a:ext cx="18728440" cy="10728960"/>
            <a:chOff x="-109730" y="-110490"/>
            <a:chExt cx="9364220" cy="5364480"/>
          </a:xfrm>
        </p:grpSpPr>
        <p:grpSp>
          <p:nvGrpSpPr>
            <p:cNvPr id="60" name="Group 59"/>
            <p:cNvGrpSpPr/>
            <p:nvPr userDrawn="1"/>
          </p:nvGrpSpPr>
          <p:grpSpPr>
            <a:xfrm>
              <a:off x="228600" y="-110490"/>
              <a:ext cx="8686732" cy="91440"/>
              <a:chOff x="228600" y="-152400"/>
              <a:chExt cx="8686732" cy="152400"/>
            </a:xfrm>
          </p:grpSpPr>
          <p:cxnSp>
            <p:nvCxnSpPr>
              <p:cNvPr id="93" name="Straight Connector 92">
                <a:extLst>
                  <a:ext uri="{C183D7F6-B498-43B3-948B-1728B52AA6E4}">
                    <adec:decorative xmlns:adec="http://schemas.microsoft.com/office/drawing/2017/decorative" val="1"/>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4" name="Straight Connector 93">
                <a:extLst>
                  <a:ext uri="{C183D7F6-B498-43B3-948B-1728B52AA6E4}">
                    <adec:decorative xmlns:adec="http://schemas.microsoft.com/office/drawing/2017/decorative" val="1"/>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5" name="Straight Connector 94">
                <a:extLst>
                  <a:ext uri="{C183D7F6-B498-43B3-948B-1728B52AA6E4}">
                    <adec:decorative xmlns:adec="http://schemas.microsoft.com/office/drawing/2017/decorative" val="1"/>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6" name="Straight Connector 95">
                <a:extLst>
                  <a:ext uri="{C183D7F6-B498-43B3-948B-1728B52AA6E4}">
                    <adec:decorative xmlns:adec="http://schemas.microsoft.com/office/drawing/2017/decorative" val="1"/>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7" name="Straight Connector 96">
                <a:extLst>
                  <a:ext uri="{C183D7F6-B498-43B3-948B-1728B52AA6E4}">
                    <adec:decorative xmlns:adec="http://schemas.microsoft.com/office/drawing/2017/decorative" val="1"/>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8" name="Straight Connector 97">
                <a:extLst>
                  <a:ext uri="{C183D7F6-B498-43B3-948B-1728B52AA6E4}">
                    <adec:decorative xmlns:adec="http://schemas.microsoft.com/office/drawing/2017/decorative" val="1"/>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9" name="Straight Connector 98">
                <a:extLst>
                  <a:ext uri="{C183D7F6-B498-43B3-948B-1728B52AA6E4}">
                    <adec:decorative xmlns:adec="http://schemas.microsoft.com/office/drawing/2017/decorative" val="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0" name="Straight Connector 99">
                <a:extLst>
                  <a:ext uri="{C183D7F6-B498-43B3-948B-1728B52AA6E4}">
                    <adec:decorative xmlns:adec="http://schemas.microsoft.com/office/drawing/2017/decorative" val="1"/>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1" name="Straight Connector 100">
                <a:extLst>
                  <a:ext uri="{C183D7F6-B498-43B3-948B-1728B52AA6E4}">
                    <adec:decorative xmlns:adec="http://schemas.microsoft.com/office/drawing/2017/decorative" val="1"/>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2" name="Straight Connector 101">
                <a:extLst>
                  <a:ext uri="{C183D7F6-B498-43B3-948B-1728B52AA6E4}">
                    <adec:decorative xmlns:adec="http://schemas.microsoft.com/office/drawing/2017/decorative" val="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3" name="Straight Connector 102">
                <a:extLst>
                  <a:ext uri="{C183D7F6-B498-43B3-948B-1728B52AA6E4}">
                    <adec:decorative xmlns:adec="http://schemas.microsoft.com/office/drawing/2017/decorative" val="1"/>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1" name="Group 60"/>
            <p:cNvGrpSpPr/>
            <p:nvPr userDrawn="1"/>
          </p:nvGrpSpPr>
          <p:grpSpPr>
            <a:xfrm>
              <a:off x="228600" y="5162550"/>
              <a:ext cx="8686732" cy="91440"/>
              <a:chOff x="228600" y="5143500"/>
              <a:chExt cx="8686732" cy="152400"/>
            </a:xfrm>
          </p:grpSpPr>
          <p:cxnSp>
            <p:nvCxnSpPr>
              <p:cNvPr id="82" name="Straight Connector 81">
                <a:extLst>
                  <a:ext uri="{C183D7F6-B498-43B3-948B-1728B52AA6E4}">
                    <adec:decorative xmlns:adec="http://schemas.microsoft.com/office/drawing/2017/decorative" val="1"/>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traight Connector 82">
                <a:extLst>
                  <a:ext uri="{C183D7F6-B498-43B3-948B-1728B52AA6E4}">
                    <adec:decorative xmlns:adec="http://schemas.microsoft.com/office/drawing/2017/decorative" val="1"/>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4" name="Straight Connector 83">
                <a:extLst>
                  <a:ext uri="{C183D7F6-B498-43B3-948B-1728B52AA6E4}">
                    <adec:decorative xmlns:adec="http://schemas.microsoft.com/office/drawing/2017/decorative" val="1"/>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5" name="Straight Connector 84">
                <a:extLst>
                  <a:ext uri="{C183D7F6-B498-43B3-948B-1728B52AA6E4}">
                    <adec:decorative xmlns:adec="http://schemas.microsoft.com/office/drawing/2017/decorative" val="1"/>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6" name="Straight Connector 85">
                <a:extLst>
                  <a:ext uri="{C183D7F6-B498-43B3-948B-1728B52AA6E4}">
                    <adec:decorative xmlns:adec="http://schemas.microsoft.com/office/drawing/2017/decorative" val="1"/>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Straight Connector 86">
                <a:extLst>
                  <a:ext uri="{C183D7F6-B498-43B3-948B-1728B52AA6E4}">
                    <adec:decorative xmlns:adec="http://schemas.microsoft.com/office/drawing/2017/decorative" val="1"/>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8" name="Straight Connector 87">
                <a:extLst>
                  <a:ext uri="{C183D7F6-B498-43B3-948B-1728B52AA6E4}">
                    <adec:decorative xmlns:adec="http://schemas.microsoft.com/office/drawing/2017/decorative" val="1"/>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9" name="Straight Connector 88">
                <a:extLst>
                  <a:ext uri="{C183D7F6-B498-43B3-948B-1728B52AA6E4}">
                    <adec:decorative xmlns:adec="http://schemas.microsoft.com/office/drawing/2017/decorative" val="1"/>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0" name="Straight Connector 89">
                <a:extLst>
                  <a:ext uri="{C183D7F6-B498-43B3-948B-1728B52AA6E4}">
                    <adec:decorative xmlns:adec="http://schemas.microsoft.com/office/drawing/2017/decorative" val="1"/>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1" name="Straight Connector 90">
                <a:extLst>
                  <a:ext uri="{C183D7F6-B498-43B3-948B-1728B52AA6E4}">
                    <adec:decorative xmlns:adec="http://schemas.microsoft.com/office/drawing/2017/decorative" val="1"/>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2" name="Straight Connector 91">
                <a:extLst>
                  <a:ext uri="{C183D7F6-B498-43B3-948B-1728B52AA6E4}">
                    <adec:decorative xmlns:adec="http://schemas.microsoft.com/office/drawing/2017/decorative" val="1"/>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2" name="Group 61"/>
            <p:cNvGrpSpPr/>
            <p:nvPr userDrawn="1"/>
          </p:nvGrpSpPr>
          <p:grpSpPr>
            <a:xfrm>
              <a:off x="-109730" y="237744"/>
              <a:ext cx="91440" cy="4664456"/>
              <a:chOff x="-109730" y="237744"/>
              <a:chExt cx="91440" cy="4664456"/>
            </a:xfrm>
          </p:grpSpPr>
          <p:cxnSp>
            <p:nvCxnSpPr>
              <p:cNvPr id="73" name="Straight Connector 72">
                <a:extLst>
                  <a:ext uri="{C183D7F6-B498-43B3-948B-1728B52AA6E4}">
                    <adec:decorative xmlns:adec="http://schemas.microsoft.com/office/drawing/2017/decorative" val="1"/>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4" name="Straight Connector 73">
                <a:extLst>
                  <a:ext uri="{C183D7F6-B498-43B3-948B-1728B52AA6E4}">
                    <adec:decorative xmlns:adec="http://schemas.microsoft.com/office/drawing/2017/decorative" val="1"/>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5" name="Straight Connector 74">
                <a:extLst>
                  <a:ext uri="{C183D7F6-B498-43B3-948B-1728B52AA6E4}">
                    <adec:decorative xmlns:adec="http://schemas.microsoft.com/office/drawing/2017/decorative" val="1"/>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6" name="Straight Connector 75">
                <a:extLst>
                  <a:ext uri="{C183D7F6-B498-43B3-948B-1728B52AA6E4}">
                    <adec:decorative xmlns:adec="http://schemas.microsoft.com/office/drawing/2017/decorative" val="1"/>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7" name="Straight Connector 76">
                <a:extLst>
                  <a:ext uri="{C183D7F6-B498-43B3-948B-1728B52AA6E4}">
                    <adec:decorative xmlns:adec="http://schemas.microsoft.com/office/drawing/2017/decorative" val="1"/>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 name="Straight Connector 77">
                <a:extLst>
                  <a:ext uri="{C183D7F6-B498-43B3-948B-1728B52AA6E4}">
                    <adec:decorative xmlns:adec="http://schemas.microsoft.com/office/drawing/2017/decorative" val="1"/>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 name="Straight Connector 78">
                <a:extLst>
                  <a:ext uri="{C183D7F6-B498-43B3-948B-1728B52AA6E4}">
                    <adec:decorative xmlns:adec="http://schemas.microsoft.com/office/drawing/2017/decorative" val="1"/>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 name="Straight Connector 79">
                <a:extLst>
                  <a:ext uri="{C183D7F6-B498-43B3-948B-1728B52AA6E4}">
                    <adec:decorative xmlns:adec="http://schemas.microsoft.com/office/drawing/2017/decorative" val="1"/>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 name="Straight Connector 80">
                <a:extLst>
                  <a:ext uri="{C183D7F6-B498-43B3-948B-1728B52AA6E4}">
                    <adec:decorative xmlns:adec="http://schemas.microsoft.com/office/drawing/2017/decorative" val="1"/>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3" name="Group 62"/>
            <p:cNvGrpSpPr/>
            <p:nvPr userDrawn="1"/>
          </p:nvGrpSpPr>
          <p:grpSpPr>
            <a:xfrm>
              <a:off x="9163050" y="237744"/>
              <a:ext cx="91440" cy="4663440"/>
              <a:chOff x="-109730" y="231394"/>
              <a:chExt cx="91440" cy="4663440"/>
            </a:xfrm>
          </p:grpSpPr>
          <p:cxnSp>
            <p:nvCxnSpPr>
              <p:cNvPr id="64" name="Straight Connector 63">
                <a:extLst>
                  <a:ext uri="{C183D7F6-B498-43B3-948B-1728B52AA6E4}">
                    <adec:decorative xmlns:adec="http://schemas.microsoft.com/office/drawing/2017/decorative" val="1"/>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Straight Connector 64">
                <a:extLst>
                  <a:ext uri="{C183D7F6-B498-43B3-948B-1728B52AA6E4}">
                    <adec:decorative xmlns:adec="http://schemas.microsoft.com/office/drawing/2017/decorative" val="1"/>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6" name="Straight Connector 65">
                <a:extLst>
                  <a:ext uri="{C183D7F6-B498-43B3-948B-1728B52AA6E4}">
                    <adec:decorative xmlns:adec="http://schemas.microsoft.com/office/drawing/2017/decorative" val="1"/>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7" name="Straight Connector 66">
                <a:extLst>
                  <a:ext uri="{C183D7F6-B498-43B3-948B-1728B52AA6E4}">
                    <adec:decorative xmlns:adec="http://schemas.microsoft.com/office/drawing/2017/decorative" val="1"/>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8" name="Straight Connector 67">
                <a:extLst>
                  <a:ext uri="{C183D7F6-B498-43B3-948B-1728B52AA6E4}">
                    <adec:decorative xmlns:adec="http://schemas.microsoft.com/office/drawing/2017/decorative" val="1"/>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Straight Connector 68">
                <a:extLst>
                  <a:ext uri="{C183D7F6-B498-43B3-948B-1728B52AA6E4}">
                    <adec:decorative xmlns:adec="http://schemas.microsoft.com/office/drawing/2017/decorative" val="1"/>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Straight Connector 69">
                <a:extLst>
                  <a:ext uri="{C183D7F6-B498-43B3-948B-1728B52AA6E4}">
                    <adec:decorative xmlns:adec="http://schemas.microsoft.com/office/drawing/2017/decorative" val="1"/>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1" name="Straight Connector 70">
                <a:extLst>
                  <a:ext uri="{C183D7F6-B498-43B3-948B-1728B52AA6E4}">
                    <adec:decorative xmlns:adec="http://schemas.microsoft.com/office/drawing/2017/decorative" val="1"/>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Straight Connector 71">
                <a:extLst>
                  <a:ext uri="{C183D7F6-B498-43B3-948B-1728B52AA6E4}">
                    <adec:decorative xmlns:adec="http://schemas.microsoft.com/office/drawing/2017/decorative" val="1"/>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1927666890"/>
      </p:ext>
    </p:extLst>
  </p:cSld>
  <p:clrMap bg1="dk1" tx1="lt1" bg2="dk2" tx2="lt2" accent1="accent1" accent2="accent2" accent3="accent3" accent4="accent4" accent5="accent5" accent6="accent6" hlink="hlink" folHlink="folHlink"/>
  <p:sldLayoutIdLst>
    <p:sldLayoutId id="2147483981" r:id="rId1"/>
    <p:sldLayoutId id="2147483986" r:id="rId2"/>
    <p:sldLayoutId id="2147483845" r:id="rId3"/>
    <p:sldLayoutId id="2147483964" r:id="rId4"/>
  </p:sldLayoutIdLst>
  <p:hf sldNum="0" hdr="0" ftr="0" dt="0"/>
  <p:txStyles>
    <p:titleStyle>
      <a:lvl1pPr algn="l" rtl="0" eaLnBrk="1" fontAlgn="base" hangingPunct="1">
        <a:lnSpc>
          <a:spcPct val="90000"/>
        </a:lnSpc>
        <a:spcBef>
          <a:spcPct val="0"/>
        </a:spcBef>
        <a:spcAft>
          <a:spcPct val="0"/>
        </a:spcAft>
        <a:defRPr sz="4800" b="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vl2pPr algn="l" rtl="0" eaLnBrk="1" fontAlgn="base" hangingPunct="1">
        <a:lnSpc>
          <a:spcPct val="90000"/>
        </a:lnSpc>
        <a:spcBef>
          <a:spcPct val="0"/>
        </a:spcBef>
        <a:spcAft>
          <a:spcPct val="0"/>
        </a:spcAft>
        <a:defRPr sz="4440">
          <a:solidFill>
            <a:srgbClr val="191919"/>
          </a:solidFill>
          <a:latin typeface="IBM Plex Sans" pitchFamily="34" charset="0"/>
        </a:defRPr>
      </a:lvl2pPr>
      <a:lvl3pPr algn="l" rtl="0" eaLnBrk="1" fontAlgn="base" hangingPunct="1">
        <a:lnSpc>
          <a:spcPct val="90000"/>
        </a:lnSpc>
        <a:spcBef>
          <a:spcPct val="0"/>
        </a:spcBef>
        <a:spcAft>
          <a:spcPct val="0"/>
        </a:spcAft>
        <a:defRPr sz="4440">
          <a:solidFill>
            <a:srgbClr val="191919"/>
          </a:solidFill>
          <a:latin typeface="IBM Plex Sans" pitchFamily="34" charset="0"/>
        </a:defRPr>
      </a:lvl3pPr>
      <a:lvl4pPr algn="l" rtl="0" eaLnBrk="1" fontAlgn="base" hangingPunct="1">
        <a:lnSpc>
          <a:spcPct val="90000"/>
        </a:lnSpc>
        <a:spcBef>
          <a:spcPct val="0"/>
        </a:spcBef>
        <a:spcAft>
          <a:spcPct val="0"/>
        </a:spcAft>
        <a:defRPr sz="4440">
          <a:solidFill>
            <a:srgbClr val="191919"/>
          </a:solidFill>
          <a:latin typeface="IBM Plex Sans" pitchFamily="34" charset="0"/>
        </a:defRPr>
      </a:lvl4pPr>
      <a:lvl5pPr algn="l" rtl="0" eaLnBrk="1" fontAlgn="base" hangingPunct="1">
        <a:lnSpc>
          <a:spcPct val="90000"/>
        </a:lnSpc>
        <a:spcBef>
          <a:spcPct val="0"/>
        </a:spcBef>
        <a:spcAft>
          <a:spcPct val="0"/>
        </a:spcAft>
        <a:defRPr sz="4440">
          <a:solidFill>
            <a:srgbClr val="191919"/>
          </a:solidFill>
          <a:latin typeface="IBM Plex Sans" pitchFamily="34" charset="0"/>
        </a:defRPr>
      </a:lvl5pPr>
      <a:lvl6pPr marL="725136" algn="l" rtl="0" eaLnBrk="1" fontAlgn="base" hangingPunct="1">
        <a:lnSpc>
          <a:spcPct val="90000"/>
        </a:lnSpc>
        <a:spcBef>
          <a:spcPct val="0"/>
        </a:spcBef>
        <a:spcAft>
          <a:spcPct val="0"/>
        </a:spcAft>
        <a:defRPr sz="4440">
          <a:solidFill>
            <a:srgbClr val="191919"/>
          </a:solidFill>
          <a:latin typeface="IBM Plex Sans" pitchFamily="34" charset="0"/>
        </a:defRPr>
      </a:lvl6pPr>
      <a:lvl7pPr marL="1450278" algn="l" rtl="0" eaLnBrk="1" fontAlgn="base" hangingPunct="1">
        <a:lnSpc>
          <a:spcPct val="90000"/>
        </a:lnSpc>
        <a:spcBef>
          <a:spcPct val="0"/>
        </a:spcBef>
        <a:spcAft>
          <a:spcPct val="0"/>
        </a:spcAft>
        <a:defRPr sz="4440">
          <a:solidFill>
            <a:srgbClr val="191919"/>
          </a:solidFill>
          <a:latin typeface="IBM Plex Sans" pitchFamily="34" charset="0"/>
        </a:defRPr>
      </a:lvl7pPr>
      <a:lvl8pPr marL="2175414" algn="l" rtl="0" eaLnBrk="1" fontAlgn="base" hangingPunct="1">
        <a:lnSpc>
          <a:spcPct val="90000"/>
        </a:lnSpc>
        <a:spcBef>
          <a:spcPct val="0"/>
        </a:spcBef>
        <a:spcAft>
          <a:spcPct val="0"/>
        </a:spcAft>
        <a:defRPr sz="4440">
          <a:solidFill>
            <a:srgbClr val="191919"/>
          </a:solidFill>
          <a:latin typeface="IBM Plex Sans" pitchFamily="34" charset="0"/>
        </a:defRPr>
      </a:lvl8pPr>
      <a:lvl9pPr marL="2900552" algn="l" rtl="0" eaLnBrk="1" fontAlgn="base" hangingPunct="1">
        <a:lnSpc>
          <a:spcPct val="90000"/>
        </a:lnSpc>
        <a:spcBef>
          <a:spcPct val="0"/>
        </a:spcBef>
        <a:spcAft>
          <a:spcPct val="0"/>
        </a:spcAft>
        <a:defRPr sz="4440">
          <a:solidFill>
            <a:srgbClr val="191919"/>
          </a:solidFill>
          <a:latin typeface="IBM Plex Sans" pitchFamily="34" charset="0"/>
        </a:defRPr>
      </a:lvl9pPr>
    </p:titleStyle>
    <p:bodyStyle>
      <a:lvl1pPr marL="0" indent="0" algn="l" rtl="0" eaLnBrk="1" fontAlgn="base" hangingPunct="1">
        <a:lnSpc>
          <a:spcPct val="100000"/>
        </a:lnSpc>
        <a:spcBef>
          <a:spcPts val="2200"/>
        </a:spcBef>
        <a:spcAft>
          <a:spcPct val="0"/>
        </a:spcAft>
        <a:buClr>
          <a:srgbClr val="6D6E70"/>
        </a:buClr>
        <a:buSzPct val="90000"/>
        <a:buFont typeface="IBM Plex Sans" pitchFamily="2" charset="2"/>
        <a:buNone/>
        <a:defRPr sz="32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vl2pPr marL="342904" indent="-347472" algn="l" rtl="0" eaLnBrk="1" fontAlgn="base" hangingPunct="1">
        <a:lnSpc>
          <a:spcPct val="100000"/>
        </a:lnSpc>
        <a:spcBef>
          <a:spcPts val="2200"/>
        </a:spcBef>
        <a:spcAft>
          <a:spcPct val="0"/>
        </a:spcAft>
        <a:buClr>
          <a:schemeClr val="bg1"/>
        </a:buClr>
        <a:buSzPct val="100000"/>
        <a:buFont typeface="IBM Plex Sans" charset="-120"/>
        <a:buChar char="–"/>
        <a:tabLst/>
        <a:defRPr sz="32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2pPr>
      <a:lvl3pPr marL="685810" indent="-347472" algn="l" rtl="0" eaLnBrk="1" fontAlgn="base" hangingPunct="1">
        <a:lnSpc>
          <a:spcPct val="100000"/>
        </a:lnSpc>
        <a:spcBef>
          <a:spcPts val="2200"/>
        </a:spcBef>
        <a:spcAft>
          <a:spcPct val="0"/>
        </a:spcAft>
        <a:buClr>
          <a:schemeClr val="bg1"/>
        </a:buClr>
        <a:buSzPct val="100000"/>
        <a:buFont typeface="Arial" panose="020B0604020202020204" pitchFamily="34" charset="0"/>
        <a:buChar char="•"/>
        <a:tabLst/>
        <a:defRPr sz="30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3pPr>
      <a:lvl4pPr marL="1257316" indent="-347472" algn="l" rtl="0" eaLnBrk="1" fontAlgn="base" hangingPunct="1">
        <a:lnSpc>
          <a:spcPct val="100000"/>
        </a:lnSpc>
        <a:spcBef>
          <a:spcPts val="2200"/>
        </a:spcBef>
        <a:spcAft>
          <a:spcPct val="0"/>
        </a:spcAft>
        <a:buClr>
          <a:schemeClr val="bg1"/>
        </a:buClr>
        <a:buSzPct val="100000"/>
        <a:buFont typeface="IBM Plex Sans" charset="-120"/>
        <a:buChar char="–"/>
        <a:tabLst/>
        <a:defRPr sz="2400" baseline="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4pPr>
      <a:lvl5pPr marL="1606570" indent="-347472" algn="l" rtl="0" eaLnBrk="1" fontAlgn="base" hangingPunct="1">
        <a:lnSpc>
          <a:spcPct val="100000"/>
        </a:lnSpc>
        <a:spcBef>
          <a:spcPts val="2200"/>
        </a:spcBef>
        <a:spcAft>
          <a:spcPct val="0"/>
        </a:spcAft>
        <a:buClr>
          <a:schemeClr val="bg1"/>
        </a:buClr>
        <a:buFont typeface="IBM Plex Sans" charset="-120"/>
        <a:buChar char="»"/>
        <a:tabLst/>
        <a:defRPr sz="22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5pPr>
      <a:lvl6pPr marL="3167442" indent="-259340" algn="l" rtl="0" eaLnBrk="1" fontAlgn="base" hangingPunct="1">
        <a:spcBef>
          <a:spcPct val="20000"/>
        </a:spcBef>
        <a:spcAft>
          <a:spcPct val="0"/>
        </a:spcAft>
        <a:buClr>
          <a:schemeClr val="bg1"/>
        </a:buClr>
        <a:buChar char="»"/>
        <a:defRPr sz="2538">
          <a:solidFill>
            <a:schemeClr val="bg1"/>
          </a:solidFill>
          <a:latin typeface="IBM Plex Sans" charset="0"/>
        </a:defRPr>
      </a:lvl6pPr>
      <a:lvl7pPr marL="3892582" indent="-259340" algn="l" rtl="0" eaLnBrk="1" fontAlgn="base" hangingPunct="1">
        <a:spcBef>
          <a:spcPct val="20000"/>
        </a:spcBef>
        <a:spcAft>
          <a:spcPct val="0"/>
        </a:spcAft>
        <a:buClr>
          <a:schemeClr val="bg1"/>
        </a:buClr>
        <a:buChar char="»"/>
        <a:defRPr sz="2538">
          <a:solidFill>
            <a:schemeClr val="bg1"/>
          </a:solidFill>
          <a:latin typeface="IBM Plex Sans" charset="0"/>
        </a:defRPr>
      </a:lvl7pPr>
      <a:lvl8pPr marL="4617720" indent="-259340" algn="l" rtl="0" eaLnBrk="1" fontAlgn="base" hangingPunct="1">
        <a:spcBef>
          <a:spcPct val="20000"/>
        </a:spcBef>
        <a:spcAft>
          <a:spcPct val="0"/>
        </a:spcAft>
        <a:buClr>
          <a:schemeClr val="bg1"/>
        </a:buClr>
        <a:buChar char="»"/>
        <a:defRPr sz="2538">
          <a:solidFill>
            <a:schemeClr val="bg1"/>
          </a:solidFill>
          <a:latin typeface="IBM Plex Sans" charset="0"/>
        </a:defRPr>
      </a:lvl8pPr>
      <a:lvl9pPr marL="5342860" indent="-259340" algn="l" rtl="0" eaLnBrk="1" fontAlgn="base" hangingPunct="1">
        <a:spcBef>
          <a:spcPct val="20000"/>
        </a:spcBef>
        <a:spcAft>
          <a:spcPct val="0"/>
        </a:spcAft>
        <a:buClr>
          <a:schemeClr val="bg1"/>
        </a:buClr>
        <a:buChar char="»"/>
        <a:defRPr sz="2538">
          <a:solidFill>
            <a:schemeClr val="bg1"/>
          </a:solidFill>
          <a:latin typeface="IBM Plex Sans" charset="0"/>
        </a:defRPr>
      </a:lvl9pPr>
    </p:bodyStyle>
    <p:otherStyle>
      <a:defPPr>
        <a:defRPr lang="en-US"/>
      </a:defPPr>
      <a:lvl1pPr marL="0" algn="l" defTabSz="1450278" rtl="0" eaLnBrk="1" latinLnBrk="0" hangingPunct="1">
        <a:defRPr sz="2856" kern="1200">
          <a:solidFill>
            <a:schemeClr val="tx1"/>
          </a:solidFill>
          <a:latin typeface="+mn-lt"/>
          <a:ea typeface="+mn-ea"/>
          <a:cs typeface="+mn-cs"/>
        </a:defRPr>
      </a:lvl1pPr>
      <a:lvl2pPr marL="725136" algn="l" defTabSz="1450278" rtl="0" eaLnBrk="1" latinLnBrk="0" hangingPunct="1">
        <a:defRPr sz="2856" kern="1200">
          <a:solidFill>
            <a:schemeClr val="tx1"/>
          </a:solidFill>
          <a:latin typeface="+mn-lt"/>
          <a:ea typeface="+mn-ea"/>
          <a:cs typeface="+mn-cs"/>
        </a:defRPr>
      </a:lvl2pPr>
      <a:lvl3pPr marL="1450278" algn="l" defTabSz="1450278" rtl="0" eaLnBrk="1" latinLnBrk="0" hangingPunct="1">
        <a:defRPr sz="2856" kern="1200">
          <a:solidFill>
            <a:schemeClr val="tx1"/>
          </a:solidFill>
          <a:latin typeface="+mn-lt"/>
          <a:ea typeface="+mn-ea"/>
          <a:cs typeface="+mn-cs"/>
        </a:defRPr>
      </a:lvl3pPr>
      <a:lvl4pPr marL="2175414" algn="l" defTabSz="1450278" rtl="0" eaLnBrk="1" latinLnBrk="0" hangingPunct="1">
        <a:defRPr sz="2856" kern="1200">
          <a:solidFill>
            <a:schemeClr val="tx1"/>
          </a:solidFill>
          <a:latin typeface="+mn-lt"/>
          <a:ea typeface="+mn-ea"/>
          <a:cs typeface="+mn-cs"/>
        </a:defRPr>
      </a:lvl4pPr>
      <a:lvl5pPr marL="2900552" algn="l" defTabSz="1450278" rtl="0" eaLnBrk="1" latinLnBrk="0" hangingPunct="1">
        <a:defRPr sz="2856" kern="1200">
          <a:solidFill>
            <a:schemeClr val="tx1"/>
          </a:solidFill>
          <a:latin typeface="+mn-lt"/>
          <a:ea typeface="+mn-ea"/>
          <a:cs typeface="+mn-cs"/>
        </a:defRPr>
      </a:lvl5pPr>
      <a:lvl6pPr marL="3625692" algn="l" defTabSz="1450278" rtl="0" eaLnBrk="1" latinLnBrk="0" hangingPunct="1">
        <a:defRPr sz="2856" kern="1200">
          <a:solidFill>
            <a:schemeClr val="tx1"/>
          </a:solidFill>
          <a:latin typeface="+mn-lt"/>
          <a:ea typeface="+mn-ea"/>
          <a:cs typeface="+mn-cs"/>
        </a:defRPr>
      </a:lvl6pPr>
      <a:lvl7pPr marL="4350828" algn="l" defTabSz="1450278" rtl="0" eaLnBrk="1" latinLnBrk="0" hangingPunct="1">
        <a:defRPr sz="2856" kern="1200">
          <a:solidFill>
            <a:schemeClr val="tx1"/>
          </a:solidFill>
          <a:latin typeface="+mn-lt"/>
          <a:ea typeface="+mn-ea"/>
          <a:cs typeface="+mn-cs"/>
        </a:defRPr>
      </a:lvl7pPr>
      <a:lvl8pPr marL="5075966" algn="l" defTabSz="1450278" rtl="0" eaLnBrk="1" latinLnBrk="0" hangingPunct="1">
        <a:defRPr sz="2856" kern="1200">
          <a:solidFill>
            <a:schemeClr val="tx1"/>
          </a:solidFill>
          <a:latin typeface="+mn-lt"/>
          <a:ea typeface="+mn-ea"/>
          <a:cs typeface="+mn-cs"/>
        </a:defRPr>
      </a:lvl8pPr>
      <a:lvl9pPr marL="5801104" algn="l" defTabSz="1450278" rtl="0" eaLnBrk="1" latinLnBrk="0" hangingPunct="1">
        <a:defRPr sz="2856"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00" userDrawn="1">
          <p15:clr>
            <a:srgbClr val="F26B43"/>
          </p15:clr>
        </p15:guide>
        <p15:guide id="2" pos="288" userDrawn="1">
          <p15:clr>
            <a:srgbClr val="F26B43"/>
          </p15:clr>
        </p15:guide>
        <p15:guide id="3" pos="11232" userDrawn="1">
          <p15:clr>
            <a:srgbClr val="F26B43"/>
          </p15:clr>
        </p15:guide>
        <p15:guide id="4" orient="horz" pos="5664" userDrawn="1">
          <p15:clr>
            <a:srgbClr val="F26B43"/>
          </p15:clr>
        </p15:guide>
        <p15:guide id="5" orient="horz" pos="6176" userDrawn="1">
          <p15:clr>
            <a:srgbClr val="F26B43"/>
          </p15:clr>
        </p15:guide>
        <p15:guide id="6" pos="5760" userDrawn="1">
          <p15:clr>
            <a:srgbClr val="F26B43"/>
          </p15:clr>
        </p15:guide>
        <p15:guide id="7" pos="5472" userDrawn="1">
          <p15:clr>
            <a:srgbClr val="F26B43"/>
          </p15:clr>
        </p15:guide>
        <p15:guide id="8" pos="2880" userDrawn="1">
          <p15:clr>
            <a:srgbClr val="F26B43"/>
          </p15:clr>
        </p15:guide>
        <p15:guide id="9" pos="6048" userDrawn="1">
          <p15:clr>
            <a:srgbClr val="F26B43"/>
          </p15:clr>
        </p15:guide>
        <p15:guide id="10" pos="2592" userDrawn="1">
          <p15:clr>
            <a:srgbClr val="F26B43"/>
          </p15:clr>
        </p15:guide>
        <p15:guide id="11" pos="3168" userDrawn="1">
          <p15:clr>
            <a:srgbClr val="F26B43"/>
          </p15:clr>
        </p15:guide>
        <p15:guide id="12" pos="8640" userDrawn="1">
          <p15:clr>
            <a:srgbClr val="F26B43"/>
          </p15:clr>
        </p15:guide>
        <p15:guide id="13" pos="8352" userDrawn="1">
          <p15:clr>
            <a:srgbClr val="F26B43"/>
          </p15:clr>
        </p15:guide>
        <p15:guide id="14" pos="8928" userDrawn="1">
          <p15:clr>
            <a:srgbClr val="F26B43"/>
          </p15:clr>
        </p15:guide>
        <p15:guide id="15" orient="horz" pos="824" userDrawn="1">
          <p15:clr>
            <a:srgbClr val="F26B43"/>
          </p15:clr>
        </p15:guide>
        <p15:guide id="17" orient="horz" pos="1624" userDrawn="1">
          <p15:clr>
            <a:srgbClr val="F26B43"/>
          </p15:clr>
        </p15:guide>
        <p15:guide id="18" orient="horz" pos="3240" userDrawn="1">
          <p15:clr>
            <a:srgbClr val="F26B43"/>
          </p15:clr>
        </p15:guide>
        <p15:guide id="19" orient="horz" pos="2432" userDrawn="1">
          <p15:clr>
            <a:srgbClr val="F26B43"/>
          </p15:clr>
        </p15:guide>
        <p15:guide id="20" orient="horz" pos="4044" userDrawn="1">
          <p15:clr>
            <a:srgbClr val="F26B43"/>
          </p15:clr>
        </p15:guide>
        <p15:guide id="21" orient="horz" pos="484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www.sec.gov/ix?doc=/Archives/edgar/data/789570/000119312523251667/d461062d8k.htm" TargetMode="External"/><Relationship Id="rId3" Type="http://schemas.openxmlformats.org/officeDocument/2006/relationships/hyperlink" Target="https://inszoneinsurance.com/blog/cyberattack-mgm-resort-explained#:~:text=The%20attack%20affected%20some%20of,payment%20systems%20and%20online%20reservations" TargetMode="External"/><Relationship Id="rId7" Type="http://schemas.openxmlformats.org/officeDocument/2006/relationships/hyperlink" Target="https://www.404media.co/inside-mgms-hacked-casinos/" TargetMode="External"/><Relationship Id="rId2" Type="http://schemas.openxmlformats.org/officeDocument/2006/relationships/hyperlink" Target="https://cybernews.com/news/mgm-touts-cyber-attack-recovery-on-track-employees-tell-different-story/" TargetMode="External"/><Relationship Id="rId1" Type="http://schemas.openxmlformats.org/officeDocument/2006/relationships/slideLayout" Target="../slideLayouts/slideLayout2.xml"/><Relationship Id="rId6" Type="http://schemas.openxmlformats.org/officeDocument/2006/relationships/hyperlink" Target="https://www.nbcnews.com/business/business-news/cyberattack-cost-mgm-resorts-100-million-las-vegas-company-says-rcna119138" TargetMode="External"/><Relationship Id="rId5" Type="http://schemas.openxmlformats.org/officeDocument/2006/relationships/hyperlink" Target="https://www.statista.com/statistics/494947/ransomware-attempts-per-year-worldwide/" TargetMode="External"/><Relationship Id="rId4" Type="http://schemas.openxmlformats.org/officeDocument/2006/relationships/hyperlink" Target="https://westoahu.hawaii.edu/cyber/global-weekly-exec-summary/alphv-hackers-reveal-details-of-mgm-cyber-attack/#:~:text=In%20September%202023%2C%20MGM%20Resorts,resulted%20in%20a%20ransomware%20attack" TargetMode="External"/><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0FDC3-C6C8-1E4C-AAED-FA3436A69572}"/>
              </a:ext>
            </a:extLst>
          </p:cNvPr>
          <p:cNvSpPr>
            <a:spLocks noGrp="1"/>
          </p:cNvSpPr>
          <p:nvPr>
            <p:ph type="title"/>
          </p:nvPr>
        </p:nvSpPr>
        <p:spPr/>
        <p:txBody>
          <a:bodyPr/>
          <a:lstStyle/>
          <a:p>
            <a:r>
              <a:rPr lang="en-US" sz="3600" dirty="0"/>
              <a:t>Case Study</a:t>
            </a:r>
            <a:br>
              <a:rPr lang="en-US" sz="3600" dirty="0"/>
            </a:br>
            <a:br>
              <a:rPr lang="en-US" sz="3600" dirty="0"/>
            </a:br>
            <a:r>
              <a:rPr lang="en-US" sz="3600" dirty="0"/>
              <a:t>Ransomware Attack</a:t>
            </a:r>
            <a:br>
              <a:rPr lang="en-US" sz="3600" dirty="0">
                <a:solidFill>
                  <a:srgbClr val="C00000"/>
                </a:solidFill>
              </a:rPr>
            </a:br>
            <a:br>
              <a:rPr lang="en-US" sz="3600" dirty="0"/>
            </a:br>
            <a:r>
              <a:rPr lang="en-US" sz="3600" dirty="0"/>
              <a:t>Company: </a:t>
            </a:r>
            <a:r>
              <a:rPr lang="en-CA" sz="3600" b="0" i="0" u="none" strike="noStrike" dirty="0">
                <a:effectLst/>
                <a:latin typeface="Montserrat" panose="00000500000000000000" pitchFamily="2" charset="0"/>
              </a:rPr>
              <a:t>MGM Resorts, a Casino in Las Vegas</a:t>
            </a:r>
            <a:br>
              <a:rPr lang="en-CA" sz="3600" b="0" i="0" u="none" strike="noStrike" dirty="0">
                <a:effectLst/>
                <a:latin typeface="Montserrat" panose="00000500000000000000" pitchFamily="2" charset="0"/>
              </a:rPr>
            </a:br>
            <a:br>
              <a:rPr lang="en-CA" sz="3600" b="0" i="0" u="none" strike="noStrike" dirty="0">
                <a:solidFill>
                  <a:srgbClr val="2E343E"/>
                </a:solidFill>
                <a:effectLst/>
                <a:latin typeface="Montserrat" panose="00000500000000000000" pitchFamily="2" charset="0"/>
              </a:rPr>
            </a:br>
            <a:r>
              <a:rPr lang="en-US" sz="3600" b="0" i="0" u="none" strike="noStrike" dirty="0">
                <a:effectLst/>
                <a:latin typeface="Montserrat" panose="00000500000000000000" pitchFamily="2" charset="0"/>
              </a:rPr>
              <a:t>Affected Properties: </a:t>
            </a:r>
            <a:r>
              <a:rPr lang="en-US" sz="3600" b="0" i="0" dirty="0">
                <a:effectLst/>
                <a:latin typeface="Montserrat" panose="00000500000000000000" pitchFamily="2" charset="0"/>
              </a:rPr>
              <a:t>Bellagio, Cosmopolitan and Mandalay Bay and other MGM Resorts across the U.S.</a:t>
            </a:r>
            <a:br>
              <a:rPr lang="en-US" sz="3600" dirty="0">
                <a:solidFill>
                  <a:srgbClr val="C00000"/>
                </a:solidFill>
              </a:rPr>
            </a:br>
            <a:br>
              <a:rPr lang="en-US" sz="3600" dirty="0">
                <a:solidFill>
                  <a:srgbClr val="C00000"/>
                </a:solidFill>
              </a:rPr>
            </a:br>
            <a:br>
              <a:rPr lang="en-US" sz="3600" dirty="0"/>
            </a:br>
            <a:endParaRPr lang="en-US" sz="3600" dirty="0"/>
          </a:p>
        </p:txBody>
      </p:sp>
    </p:spTree>
    <p:extLst>
      <p:ext uri="{BB962C8B-B14F-4D97-AF65-F5344CB8AC3E}">
        <p14:creationId xmlns:p14="http://schemas.microsoft.com/office/powerpoint/2010/main" val="79166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F7313-6A04-2C40-F8EA-D3AF9F59BE33}"/>
              </a:ext>
            </a:extLst>
          </p:cNvPr>
          <p:cNvSpPr>
            <a:spLocks noGrp="1"/>
          </p:cNvSpPr>
          <p:nvPr>
            <p:ph type="title"/>
          </p:nvPr>
        </p:nvSpPr>
        <p:spPr/>
        <p:txBody>
          <a:bodyPr/>
          <a:lstStyle/>
          <a:p>
            <a:br>
              <a:rPr lang="en-US" sz="4800" dirty="0">
                <a:solidFill>
                  <a:srgbClr val="C00000"/>
                </a:solidFill>
                <a:latin typeface="IBM Plex Sans" panose="020B0503050203000203" pitchFamily="34" charset="0"/>
              </a:rPr>
            </a:br>
            <a:endParaRPr lang="en-US" dirty="0"/>
          </a:p>
        </p:txBody>
      </p:sp>
      <p:sp>
        <p:nvSpPr>
          <p:cNvPr id="4" name="TextBox 3">
            <a:extLst>
              <a:ext uri="{FF2B5EF4-FFF2-40B4-BE49-F238E27FC236}">
                <a16:creationId xmlns:a16="http://schemas.microsoft.com/office/drawing/2014/main" id="{9FC7F6E7-6215-F67F-47BF-EC9F4DE8035F}"/>
              </a:ext>
            </a:extLst>
          </p:cNvPr>
          <p:cNvSpPr txBox="1"/>
          <p:nvPr/>
        </p:nvSpPr>
        <p:spPr>
          <a:xfrm>
            <a:off x="185980" y="4358670"/>
            <a:ext cx="5203438" cy="1569660"/>
          </a:xfrm>
          <a:prstGeom prst="rect">
            <a:avLst/>
          </a:prstGeom>
          <a:noFill/>
        </p:spPr>
        <p:txBody>
          <a:bodyPr wrap="square">
            <a:spAutoFit/>
          </a:bodyPr>
          <a:lstStyle/>
          <a:p>
            <a:r>
              <a:rPr lang="en-US" sz="4800" dirty="0">
                <a:solidFill>
                  <a:schemeClr val="bg1"/>
                </a:solidFill>
                <a:latin typeface="IBM Plex Sans" panose="020B0503050203000203" pitchFamily="34" charset="0"/>
              </a:rPr>
              <a:t>Attack Category:</a:t>
            </a:r>
            <a:br>
              <a:rPr lang="en-US" sz="4800" dirty="0">
                <a:solidFill>
                  <a:srgbClr val="C00000"/>
                </a:solidFill>
                <a:latin typeface="IBM Plex Sans" panose="020B0503050203000203" pitchFamily="34" charset="0"/>
              </a:rPr>
            </a:br>
            <a:r>
              <a:rPr lang="en-US" sz="4800" dirty="0">
                <a:solidFill>
                  <a:schemeClr val="bg1"/>
                </a:solidFill>
                <a:latin typeface="IBM Plex Sans" panose="020B0503050203000203" pitchFamily="34" charset="0"/>
              </a:rPr>
              <a:t>Ransomware</a:t>
            </a:r>
            <a:endParaRPr lang="en-US" sz="4800" dirty="0"/>
          </a:p>
        </p:txBody>
      </p:sp>
      <p:sp>
        <p:nvSpPr>
          <p:cNvPr id="5" name="Title 1">
            <a:extLst>
              <a:ext uri="{FF2B5EF4-FFF2-40B4-BE49-F238E27FC236}">
                <a16:creationId xmlns:a16="http://schemas.microsoft.com/office/drawing/2014/main" id="{F5B0530E-A6D1-CEA6-7E07-75FAB5799A89}"/>
              </a:ext>
            </a:extLst>
          </p:cNvPr>
          <p:cNvSpPr txBox="1">
            <a:spLocks/>
          </p:cNvSpPr>
          <p:nvPr/>
        </p:nvSpPr>
        <p:spPr>
          <a:xfrm>
            <a:off x="5724882" y="340343"/>
            <a:ext cx="12225983" cy="9606314"/>
          </a:xfrm>
          <a:prstGeom prst="rect">
            <a:avLst/>
          </a:prstGeom>
        </p:spPr>
        <p:txBody>
          <a:bodyPr vert="horz" lIns="0" tIns="0" rIns="0" bIns="0" rtlCol="0" anchor="t">
            <a:noAutofit/>
          </a:bodyPr>
          <a:lstStyle>
            <a:lvl1pPr algn="l" rtl="0" eaLnBrk="1" fontAlgn="base" hangingPunct="1">
              <a:lnSpc>
                <a:spcPct val="90000"/>
              </a:lnSpc>
              <a:spcBef>
                <a:spcPct val="0"/>
              </a:spcBef>
              <a:spcAft>
                <a:spcPct val="0"/>
              </a:spcAft>
              <a:defRPr sz="4800" b="0">
                <a:solidFill>
                  <a:srgbClr val="161616"/>
                </a:solidFill>
                <a:latin typeface="IBM Plex Sans" panose="020B0503050203000203" pitchFamily="34" charset="0"/>
                <a:ea typeface="IBM Plex Sans" panose="020B0503050203000203" pitchFamily="34" charset="0"/>
                <a:cs typeface="IBM Plex Sans" panose="020B0503050203000203" pitchFamily="34" charset="0"/>
              </a:defRPr>
            </a:lvl1pPr>
            <a:lvl2pPr algn="l" rtl="0" eaLnBrk="1" fontAlgn="base" hangingPunct="1">
              <a:lnSpc>
                <a:spcPct val="90000"/>
              </a:lnSpc>
              <a:spcBef>
                <a:spcPct val="0"/>
              </a:spcBef>
              <a:spcAft>
                <a:spcPct val="0"/>
              </a:spcAft>
              <a:defRPr sz="4440">
                <a:solidFill>
                  <a:srgbClr val="191919"/>
                </a:solidFill>
                <a:latin typeface="IBM Plex Sans" pitchFamily="34" charset="0"/>
              </a:defRPr>
            </a:lvl2pPr>
            <a:lvl3pPr algn="l" rtl="0" eaLnBrk="1" fontAlgn="base" hangingPunct="1">
              <a:lnSpc>
                <a:spcPct val="90000"/>
              </a:lnSpc>
              <a:spcBef>
                <a:spcPct val="0"/>
              </a:spcBef>
              <a:spcAft>
                <a:spcPct val="0"/>
              </a:spcAft>
              <a:defRPr sz="4440">
                <a:solidFill>
                  <a:srgbClr val="191919"/>
                </a:solidFill>
                <a:latin typeface="IBM Plex Sans" pitchFamily="34" charset="0"/>
              </a:defRPr>
            </a:lvl3pPr>
            <a:lvl4pPr algn="l" rtl="0" eaLnBrk="1" fontAlgn="base" hangingPunct="1">
              <a:lnSpc>
                <a:spcPct val="90000"/>
              </a:lnSpc>
              <a:spcBef>
                <a:spcPct val="0"/>
              </a:spcBef>
              <a:spcAft>
                <a:spcPct val="0"/>
              </a:spcAft>
              <a:defRPr sz="4440">
                <a:solidFill>
                  <a:srgbClr val="191919"/>
                </a:solidFill>
                <a:latin typeface="IBM Plex Sans" pitchFamily="34" charset="0"/>
              </a:defRPr>
            </a:lvl4pPr>
            <a:lvl5pPr algn="l" rtl="0" eaLnBrk="1" fontAlgn="base" hangingPunct="1">
              <a:lnSpc>
                <a:spcPct val="90000"/>
              </a:lnSpc>
              <a:spcBef>
                <a:spcPct val="0"/>
              </a:spcBef>
              <a:spcAft>
                <a:spcPct val="0"/>
              </a:spcAft>
              <a:defRPr sz="4440">
                <a:solidFill>
                  <a:srgbClr val="191919"/>
                </a:solidFill>
                <a:latin typeface="IBM Plex Sans" pitchFamily="34" charset="0"/>
              </a:defRPr>
            </a:lvl5pPr>
            <a:lvl6pPr marL="725136" algn="l" rtl="0" eaLnBrk="1" fontAlgn="base" hangingPunct="1">
              <a:lnSpc>
                <a:spcPct val="90000"/>
              </a:lnSpc>
              <a:spcBef>
                <a:spcPct val="0"/>
              </a:spcBef>
              <a:spcAft>
                <a:spcPct val="0"/>
              </a:spcAft>
              <a:defRPr sz="4440">
                <a:solidFill>
                  <a:srgbClr val="191919"/>
                </a:solidFill>
                <a:latin typeface="IBM Plex Sans" pitchFamily="34" charset="0"/>
              </a:defRPr>
            </a:lvl6pPr>
            <a:lvl7pPr marL="1450278" algn="l" rtl="0" eaLnBrk="1" fontAlgn="base" hangingPunct="1">
              <a:lnSpc>
                <a:spcPct val="90000"/>
              </a:lnSpc>
              <a:spcBef>
                <a:spcPct val="0"/>
              </a:spcBef>
              <a:spcAft>
                <a:spcPct val="0"/>
              </a:spcAft>
              <a:defRPr sz="4440">
                <a:solidFill>
                  <a:srgbClr val="191919"/>
                </a:solidFill>
                <a:latin typeface="IBM Plex Sans" pitchFamily="34" charset="0"/>
              </a:defRPr>
            </a:lvl7pPr>
            <a:lvl8pPr marL="2175414" algn="l" rtl="0" eaLnBrk="1" fontAlgn="base" hangingPunct="1">
              <a:lnSpc>
                <a:spcPct val="90000"/>
              </a:lnSpc>
              <a:spcBef>
                <a:spcPct val="0"/>
              </a:spcBef>
              <a:spcAft>
                <a:spcPct val="0"/>
              </a:spcAft>
              <a:defRPr sz="4440">
                <a:solidFill>
                  <a:srgbClr val="191919"/>
                </a:solidFill>
                <a:latin typeface="IBM Plex Sans" pitchFamily="34" charset="0"/>
              </a:defRPr>
            </a:lvl8pPr>
            <a:lvl9pPr marL="2900552" algn="l" rtl="0" eaLnBrk="1" fontAlgn="base" hangingPunct="1">
              <a:lnSpc>
                <a:spcPct val="90000"/>
              </a:lnSpc>
              <a:spcBef>
                <a:spcPct val="0"/>
              </a:spcBef>
              <a:spcAft>
                <a:spcPct val="0"/>
              </a:spcAft>
              <a:defRPr sz="4440">
                <a:solidFill>
                  <a:srgbClr val="191919"/>
                </a:solidFill>
                <a:latin typeface="IBM Plex Sans" pitchFamily="34" charset="0"/>
              </a:defRPr>
            </a:lvl9pPr>
          </a:lstStyle>
          <a:p>
            <a:pPr defTabSz="914400"/>
            <a:r>
              <a:rPr lang="en-US" sz="2800" kern="0" dirty="0">
                <a:solidFill>
                  <a:schemeClr val="tx1"/>
                </a:solidFill>
              </a:rPr>
              <a:t>Ransomware</a:t>
            </a:r>
            <a:br>
              <a:rPr lang="en-US" sz="2800" kern="0" dirty="0">
                <a:solidFill>
                  <a:srgbClr val="C00000"/>
                </a:solidFill>
              </a:rPr>
            </a:br>
            <a:br>
              <a:rPr lang="en-US" sz="2800" kern="0" dirty="0">
                <a:solidFill>
                  <a:srgbClr val="C00000"/>
                </a:solidFill>
              </a:rPr>
            </a:br>
            <a:r>
              <a:rPr lang="en-US" sz="2000" kern="0" dirty="0">
                <a:solidFill>
                  <a:schemeClr val="tx1"/>
                </a:solidFill>
              </a:rPr>
              <a:t>1. Attack type description: deceive employees over the phone into divulging login information (vishing), use of social engineering to gain access to network systems, and then moved within the systems and install ransomware.</a:t>
            </a:r>
            <a:endParaRPr lang="en-US" sz="2000" kern="0" dirty="0">
              <a:solidFill>
                <a:srgbClr val="C00000"/>
              </a:solidFill>
            </a:endParaRPr>
          </a:p>
          <a:p>
            <a:pPr defTabSz="914400"/>
            <a:endParaRPr lang="en-US" sz="2000" kern="0" dirty="0">
              <a:solidFill>
                <a:srgbClr val="C00000"/>
              </a:solidFill>
            </a:endParaRPr>
          </a:p>
          <a:p>
            <a:pPr defTabSz="914400"/>
            <a:endParaRPr lang="en-US" sz="2000" kern="0" dirty="0">
              <a:solidFill>
                <a:srgbClr val="C00000"/>
              </a:solidFill>
            </a:endParaRPr>
          </a:p>
          <a:p>
            <a:pPr defTabSz="914400"/>
            <a:r>
              <a:rPr lang="en-US" sz="2000" kern="0" dirty="0">
                <a:solidFill>
                  <a:schemeClr val="tx1"/>
                </a:solidFill>
              </a:rPr>
              <a:t>2. Ransomware attack from 2017 to 2023 has seen a significant decrease in 2023.  World wide organization has detected 317.59 ransomware attempts in 2023.</a:t>
            </a:r>
          </a:p>
          <a:p>
            <a:pPr defTabSz="914400"/>
            <a:endParaRPr lang="en-US" sz="2000" kern="0" dirty="0">
              <a:solidFill>
                <a:schemeClr val="tx1"/>
              </a:solidFill>
            </a:endParaRPr>
          </a:p>
          <a:p>
            <a:pPr defTabSz="914400"/>
            <a:endParaRPr lang="en-US" sz="2000" kern="0" dirty="0">
              <a:solidFill>
                <a:srgbClr val="C00000"/>
              </a:solidFill>
            </a:endParaRPr>
          </a:p>
          <a:p>
            <a:pPr defTabSz="914400"/>
            <a:endParaRPr lang="en-US" sz="2000" kern="0" dirty="0">
              <a:solidFill>
                <a:srgbClr val="C00000"/>
              </a:solidFill>
            </a:endParaRPr>
          </a:p>
          <a:p>
            <a:pPr defTabSz="914400"/>
            <a:endParaRPr lang="en-US" sz="2000" kern="0" dirty="0">
              <a:solidFill>
                <a:srgbClr val="C00000"/>
              </a:solidFill>
            </a:endParaRPr>
          </a:p>
          <a:p>
            <a:pPr defTabSz="914400"/>
            <a:endParaRPr lang="en-US" sz="2000" kern="0" dirty="0">
              <a:solidFill>
                <a:srgbClr val="C00000"/>
              </a:solidFill>
            </a:endParaRPr>
          </a:p>
          <a:p>
            <a:pPr defTabSz="914400"/>
            <a:endParaRPr lang="en-US" sz="2000" kern="0" dirty="0">
              <a:solidFill>
                <a:srgbClr val="C00000"/>
              </a:solidFill>
            </a:endParaRPr>
          </a:p>
          <a:p>
            <a:pPr defTabSz="914400"/>
            <a:endParaRPr lang="en-US" sz="2000" kern="0" dirty="0">
              <a:solidFill>
                <a:srgbClr val="C00000"/>
              </a:solidFill>
            </a:endParaRPr>
          </a:p>
          <a:p>
            <a:pPr defTabSz="914400"/>
            <a:endParaRPr lang="en-US" sz="2000" kern="0" dirty="0">
              <a:solidFill>
                <a:srgbClr val="C00000"/>
              </a:solidFill>
            </a:endParaRPr>
          </a:p>
          <a:p>
            <a:pPr defTabSz="914400"/>
            <a:endParaRPr lang="en-US" sz="2000" kern="0" dirty="0">
              <a:solidFill>
                <a:srgbClr val="C00000"/>
              </a:solidFill>
            </a:endParaRPr>
          </a:p>
          <a:p>
            <a:pPr defTabSz="914400"/>
            <a:endParaRPr lang="en-US" sz="2000" kern="0" dirty="0">
              <a:solidFill>
                <a:srgbClr val="C00000"/>
              </a:solidFill>
            </a:endParaRPr>
          </a:p>
          <a:p>
            <a:pPr defTabSz="914400"/>
            <a:endParaRPr lang="en-US" sz="2000" kern="0" dirty="0">
              <a:solidFill>
                <a:srgbClr val="C00000"/>
              </a:solidFill>
            </a:endParaRPr>
          </a:p>
          <a:p>
            <a:pPr defTabSz="914400"/>
            <a:br>
              <a:rPr lang="en-US" sz="2000" kern="0" dirty="0">
                <a:solidFill>
                  <a:srgbClr val="C00000"/>
                </a:solidFill>
              </a:rPr>
            </a:br>
            <a:br>
              <a:rPr lang="en-US" sz="1600" kern="0" dirty="0">
                <a:solidFill>
                  <a:srgbClr val="C00000"/>
                </a:solidFill>
              </a:rPr>
            </a:br>
            <a:r>
              <a:rPr lang="en-US" sz="1600" kern="0" dirty="0">
                <a:solidFill>
                  <a:schemeClr val="tx1"/>
                </a:solidFill>
              </a:rPr>
              <a:t>Sources:</a:t>
            </a:r>
          </a:p>
          <a:p>
            <a:pPr defTabSz="914400"/>
            <a:r>
              <a:rPr lang="en-US" sz="1600" kern="0" dirty="0">
                <a:solidFill>
                  <a:srgbClr val="C00000"/>
                </a:solidFill>
                <a:hlinkClick r:id="rId2"/>
              </a:rPr>
              <a:t>https://cybernews.com/news/mgm-touts-cyber-attack-recovery-on-track-employees-tell-different-story/</a:t>
            </a:r>
            <a:endParaRPr lang="en-US" sz="1600" kern="0" dirty="0">
              <a:solidFill>
                <a:srgbClr val="C00000"/>
              </a:solidFill>
            </a:endParaRPr>
          </a:p>
          <a:p>
            <a:pPr defTabSz="914400"/>
            <a:endParaRPr lang="en-US" sz="1600" kern="0" dirty="0">
              <a:solidFill>
                <a:srgbClr val="C00000"/>
              </a:solidFill>
            </a:endParaRPr>
          </a:p>
          <a:p>
            <a:pPr defTabSz="914400"/>
            <a:r>
              <a:rPr lang="en-US" sz="1600" kern="0" dirty="0">
                <a:solidFill>
                  <a:srgbClr val="C00000"/>
                </a:solidFill>
                <a:hlinkClick r:id="rId3"/>
              </a:rPr>
              <a:t>https://inszoneinsurance.com/blog/cyberattack-mgm-resort-explained#:~:text=The%20attack%20affected%20some%20of,payment%20systems%20and%20online%20reservations</a:t>
            </a:r>
            <a:r>
              <a:rPr lang="en-US" sz="1600" kern="0" dirty="0">
                <a:solidFill>
                  <a:srgbClr val="C00000"/>
                </a:solidFill>
              </a:rPr>
              <a:t>.</a:t>
            </a:r>
          </a:p>
          <a:p>
            <a:pPr defTabSz="914400"/>
            <a:endParaRPr lang="en-US" sz="1600" kern="0" dirty="0">
              <a:solidFill>
                <a:srgbClr val="C00000"/>
              </a:solidFill>
            </a:endParaRPr>
          </a:p>
          <a:p>
            <a:pPr defTabSz="914400"/>
            <a:r>
              <a:rPr lang="en-US" sz="1600" kern="0" dirty="0">
                <a:solidFill>
                  <a:srgbClr val="C00000"/>
                </a:solidFill>
                <a:hlinkClick r:id="rId4"/>
              </a:rPr>
              <a:t>https://westoahu.hawaii.edu/cyber/global-weekly-exec-summary/alphv-hackers-reveal-details-of-mgm-cyber-attack/#:~:text=In%20September%202023%2C%20MGM%20Resorts,resulted%20in%20a%20ransomware%20attack</a:t>
            </a:r>
            <a:r>
              <a:rPr lang="en-US" sz="1600" kern="0" dirty="0">
                <a:solidFill>
                  <a:srgbClr val="C00000"/>
                </a:solidFill>
              </a:rPr>
              <a:t>.</a:t>
            </a:r>
          </a:p>
          <a:p>
            <a:pPr defTabSz="914400"/>
            <a:endParaRPr lang="en-US" sz="1600" kern="0" dirty="0">
              <a:solidFill>
                <a:srgbClr val="C00000"/>
              </a:solidFill>
            </a:endParaRPr>
          </a:p>
          <a:p>
            <a:pPr defTabSz="914400"/>
            <a:r>
              <a:rPr lang="en-US" sz="1600" kern="0" dirty="0">
                <a:solidFill>
                  <a:srgbClr val="C00000"/>
                </a:solidFill>
                <a:hlinkClick r:id="rId5"/>
              </a:rPr>
              <a:t>https://www.statista.com/statistics/494947/ransomware-attempts-per-year-worldwide/</a:t>
            </a:r>
            <a:endParaRPr lang="en-US" sz="1600" kern="0" dirty="0">
              <a:solidFill>
                <a:srgbClr val="C00000"/>
              </a:solidFill>
            </a:endParaRPr>
          </a:p>
          <a:p>
            <a:pPr defTabSz="914400"/>
            <a:endParaRPr lang="en-US" sz="1600" kern="0" dirty="0">
              <a:solidFill>
                <a:srgbClr val="C00000"/>
              </a:solidFill>
            </a:endParaRPr>
          </a:p>
          <a:p>
            <a:pPr defTabSz="914400"/>
            <a:r>
              <a:rPr lang="en-US" sz="1600" kern="0" dirty="0">
                <a:solidFill>
                  <a:srgbClr val="C00000"/>
                </a:solidFill>
                <a:hlinkClick r:id="rId6"/>
              </a:rPr>
              <a:t>https://www.nbcnews.com/business/business-news/cyberattack-cost-mgm-resorts-100-million-las-vegas-company-says-rcna119138</a:t>
            </a:r>
            <a:endParaRPr lang="en-US" sz="1600" kern="0" dirty="0">
              <a:solidFill>
                <a:srgbClr val="C00000"/>
              </a:solidFill>
            </a:endParaRPr>
          </a:p>
          <a:p>
            <a:pPr defTabSz="914400"/>
            <a:endParaRPr lang="en-US" sz="1600" kern="0" dirty="0">
              <a:solidFill>
                <a:srgbClr val="C00000"/>
              </a:solidFill>
            </a:endParaRPr>
          </a:p>
          <a:p>
            <a:pPr defTabSz="914400"/>
            <a:r>
              <a:rPr lang="en-US" sz="1600" kern="0" dirty="0">
                <a:solidFill>
                  <a:srgbClr val="C00000"/>
                </a:solidFill>
                <a:hlinkClick r:id="rId7"/>
              </a:rPr>
              <a:t>https://www.404media.co/inside-mgms-hacked-casinos/</a:t>
            </a:r>
            <a:endParaRPr lang="en-US" sz="1600" kern="0" dirty="0">
              <a:solidFill>
                <a:srgbClr val="C00000"/>
              </a:solidFill>
            </a:endParaRPr>
          </a:p>
          <a:p>
            <a:pPr defTabSz="914400"/>
            <a:endParaRPr lang="en-US" sz="1600" kern="0" dirty="0">
              <a:solidFill>
                <a:srgbClr val="C00000"/>
              </a:solidFill>
            </a:endParaRPr>
          </a:p>
          <a:p>
            <a:pPr defTabSz="914400"/>
            <a:r>
              <a:rPr lang="en-US" sz="1600" kern="0" dirty="0">
                <a:solidFill>
                  <a:srgbClr val="C00000"/>
                </a:solidFill>
                <a:hlinkClick r:id="rId8"/>
              </a:rPr>
              <a:t>https://www.sec.gov/ix?doc=/Archives/edgar/data/789570/000119312523251667/d461062d8k.htm</a:t>
            </a:r>
            <a:endParaRPr lang="en-US" sz="1600" kern="0" dirty="0">
              <a:solidFill>
                <a:srgbClr val="C00000"/>
              </a:solidFill>
            </a:endParaRPr>
          </a:p>
          <a:p>
            <a:pPr defTabSz="914400"/>
            <a:endParaRPr lang="en-US" sz="1600" kern="0" dirty="0">
              <a:solidFill>
                <a:srgbClr val="C00000"/>
              </a:solidFill>
            </a:endParaRPr>
          </a:p>
          <a:p>
            <a:pPr defTabSz="914400"/>
            <a:endParaRPr lang="en-US" sz="1600" kern="0" dirty="0">
              <a:solidFill>
                <a:srgbClr val="C00000"/>
              </a:solidFill>
            </a:endParaRPr>
          </a:p>
          <a:p>
            <a:pPr defTabSz="914400"/>
            <a:endParaRPr lang="en-US" sz="2000" kern="0" dirty="0">
              <a:solidFill>
                <a:srgbClr val="C00000"/>
              </a:solidFill>
            </a:endParaRPr>
          </a:p>
          <a:p>
            <a:pPr defTabSz="914400"/>
            <a:endParaRPr lang="en-US" sz="2800" kern="0" dirty="0">
              <a:solidFill>
                <a:srgbClr val="C00000"/>
              </a:solidFill>
            </a:endParaRPr>
          </a:p>
          <a:p>
            <a:pPr defTabSz="914400"/>
            <a:endParaRPr lang="en-US" sz="2800" kern="0" dirty="0">
              <a:solidFill>
                <a:srgbClr val="C00000"/>
              </a:solidFill>
            </a:endParaRPr>
          </a:p>
          <a:p>
            <a:pPr defTabSz="914400"/>
            <a:br>
              <a:rPr lang="en-US" sz="2800" kern="0" dirty="0">
                <a:solidFill>
                  <a:srgbClr val="C00000"/>
                </a:solidFill>
              </a:rPr>
            </a:br>
            <a:br>
              <a:rPr lang="en-US" sz="2800" kern="0" dirty="0">
                <a:solidFill>
                  <a:srgbClr val="C00000"/>
                </a:solidFill>
              </a:rPr>
            </a:br>
            <a:endParaRPr lang="en-US" sz="2800" kern="0" dirty="0">
              <a:solidFill>
                <a:srgbClr val="C00000"/>
              </a:solidFill>
            </a:endParaRPr>
          </a:p>
        </p:txBody>
      </p:sp>
      <p:pic>
        <p:nvPicPr>
          <p:cNvPr id="6" name="Picture 5">
            <a:extLst>
              <a:ext uri="{FF2B5EF4-FFF2-40B4-BE49-F238E27FC236}">
                <a16:creationId xmlns:a16="http://schemas.microsoft.com/office/drawing/2014/main" id="{6DC67ABE-6D06-DAEC-99BB-6712CAB35293}"/>
              </a:ext>
            </a:extLst>
          </p:cNvPr>
          <p:cNvPicPr>
            <a:picLocks noChangeAspect="1"/>
          </p:cNvPicPr>
          <p:nvPr/>
        </p:nvPicPr>
        <p:blipFill>
          <a:blip r:embed="rId9"/>
          <a:stretch>
            <a:fillRect/>
          </a:stretch>
        </p:blipFill>
        <p:spPr>
          <a:xfrm>
            <a:off x="5702757" y="3289013"/>
            <a:ext cx="6882486" cy="2986558"/>
          </a:xfrm>
          <a:prstGeom prst="rect">
            <a:avLst/>
          </a:prstGeom>
        </p:spPr>
      </p:pic>
    </p:spTree>
    <p:extLst>
      <p:ext uri="{BB962C8B-B14F-4D97-AF65-F5344CB8AC3E}">
        <p14:creationId xmlns:p14="http://schemas.microsoft.com/office/powerpoint/2010/main" val="4161944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FC7F6E7-6215-F67F-47BF-EC9F4DE8035F}"/>
              </a:ext>
            </a:extLst>
          </p:cNvPr>
          <p:cNvSpPr txBox="1"/>
          <p:nvPr/>
        </p:nvSpPr>
        <p:spPr>
          <a:xfrm>
            <a:off x="337135" y="3989338"/>
            <a:ext cx="5203438" cy="2308324"/>
          </a:xfrm>
          <a:prstGeom prst="rect">
            <a:avLst/>
          </a:prstGeom>
          <a:noFill/>
        </p:spPr>
        <p:txBody>
          <a:bodyPr wrap="square">
            <a:spAutoFit/>
          </a:bodyPr>
          <a:lstStyle/>
          <a:p>
            <a:r>
              <a:rPr lang="en-US" sz="4800" dirty="0">
                <a:solidFill>
                  <a:schemeClr val="bg1"/>
                </a:solidFill>
                <a:latin typeface="IBM Plex Sans" panose="020B0503050203000203" pitchFamily="34" charset="0"/>
              </a:rPr>
              <a:t>Company Description and Breach Summary</a:t>
            </a:r>
            <a:endParaRPr lang="en-US" sz="4800" dirty="0"/>
          </a:p>
        </p:txBody>
      </p:sp>
      <p:sp>
        <p:nvSpPr>
          <p:cNvPr id="5" name="Title 1">
            <a:extLst>
              <a:ext uri="{FF2B5EF4-FFF2-40B4-BE49-F238E27FC236}">
                <a16:creationId xmlns:a16="http://schemas.microsoft.com/office/drawing/2014/main" id="{F5B0530E-A6D1-CEA6-7E07-75FAB5799A89}"/>
              </a:ext>
            </a:extLst>
          </p:cNvPr>
          <p:cNvSpPr txBox="1">
            <a:spLocks/>
          </p:cNvSpPr>
          <p:nvPr/>
        </p:nvSpPr>
        <p:spPr>
          <a:xfrm>
            <a:off x="5896332" y="340343"/>
            <a:ext cx="12225983" cy="9606314"/>
          </a:xfrm>
          <a:prstGeom prst="rect">
            <a:avLst/>
          </a:prstGeom>
        </p:spPr>
        <p:txBody>
          <a:bodyPr vert="horz" lIns="0" tIns="0" rIns="0" bIns="0" rtlCol="0" anchor="t">
            <a:noAutofit/>
          </a:bodyPr>
          <a:lstStyle>
            <a:lvl1pPr algn="l" rtl="0" eaLnBrk="1" fontAlgn="base" hangingPunct="1">
              <a:lnSpc>
                <a:spcPct val="90000"/>
              </a:lnSpc>
              <a:spcBef>
                <a:spcPct val="0"/>
              </a:spcBef>
              <a:spcAft>
                <a:spcPct val="0"/>
              </a:spcAft>
              <a:defRPr sz="4800" b="0">
                <a:solidFill>
                  <a:srgbClr val="161616"/>
                </a:solidFill>
                <a:latin typeface="IBM Plex Sans" panose="020B0503050203000203" pitchFamily="34" charset="0"/>
                <a:ea typeface="IBM Plex Sans" panose="020B0503050203000203" pitchFamily="34" charset="0"/>
                <a:cs typeface="IBM Plex Sans" panose="020B0503050203000203" pitchFamily="34" charset="0"/>
              </a:defRPr>
            </a:lvl1pPr>
            <a:lvl2pPr algn="l" rtl="0" eaLnBrk="1" fontAlgn="base" hangingPunct="1">
              <a:lnSpc>
                <a:spcPct val="90000"/>
              </a:lnSpc>
              <a:spcBef>
                <a:spcPct val="0"/>
              </a:spcBef>
              <a:spcAft>
                <a:spcPct val="0"/>
              </a:spcAft>
              <a:defRPr sz="4440">
                <a:solidFill>
                  <a:srgbClr val="191919"/>
                </a:solidFill>
                <a:latin typeface="IBM Plex Sans" pitchFamily="34" charset="0"/>
              </a:defRPr>
            </a:lvl2pPr>
            <a:lvl3pPr algn="l" rtl="0" eaLnBrk="1" fontAlgn="base" hangingPunct="1">
              <a:lnSpc>
                <a:spcPct val="90000"/>
              </a:lnSpc>
              <a:spcBef>
                <a:spcPct val="0"/>
              </a:spcBef>
              <a:spcAft>
                <a:spcPct val="0"/>
              </a:spcAft>
              <a:defRPr sz="4440">
                <a:solidFill>
                  <a:srgbClr val="191919"/>
                </a:solidFill>
                <a:latin typeface="IBM Plex Sans" pitchFamily="34" charset="0"/>
              </a:defRPr>
            </a:lvl3pPr>
            <a:lvl4pPr algn="l" rtl="0" eaLnBrk="1" fontAlgn="base" hangingPunct="1">
              <a:lnSpc>
                <a:spcPct val="90000"/>
              </a:lnSpc>
              <a:spcBef>
                <a:spcPct val="0"/>
              </a:spcBef>
              <a:spcAft>
                <a:spcPct val="0"/>
              </a:spcAft>
              <a:defRPr sz="4440">
                <a:solidFill>
                  <a:srgbClr val="191919"/>
                </a:solidFill>
                <a:latin typeface="IBM Plex Sans" pitchFamily="34" charset="0"/>
              </a:defRPr>
            </a:lvl4pPr>
            <a:lvl5pPr algn="l" rtl="0" eaLnBrk="1" fontAlgn="base" hangingPunct="1">
              <a:lnSpc>
                <a:spcPct val="90000"/>
              </a:lnSpc>
              <a:spcBef>
                <a:spcPct val="0"/>
              </a:spcBef>
              <a:spcAft>
                <a:spcPct val="0"/>
              </a:spcAft>
              <a:defRPr sz="4440">
                <a:solidFill>
                  <a:srgbClr val="191919"/>
                </a:solidFill>
                <a:latin typeface="IBM Plex Sans" pitchFamily="34" charset="0"/>
              </a:defRPr>
            </a:lvl5pPr>
            <a:lvl6pPr marL="725136" algn="l" rtl="0" eaLnBrk="1" fontAlgn="base" hangingPunct="1">
              <a:lnSpc>
                <a:spcPct val="90000"/>
              </a:lnSpc>
              <a:spcBef>
                <a:spcPct val="0"/>
              </a:spcBef>
              <a:spcAft>
                <a:spcPct val="0"/>
              </a:spcAft>
              <a:defRPr sz="4440">
                <a:solidFill>
                  <a:srgbClr val="191919"/>
                </a:solidFill>
                <a:latin typeface="IBM Plex Sans" pitchFamily="34" charset="0"/>
              </a:defRPr>
            </a:lvl6pPr>
            <a:lvl7pPr marL="1450278" algn="l" rtl="0" eaLnBrk="1" fontAlgn="base" hangingPunct="1">
              <a:lnSpc>
                <a:spcPct val="90000"/>
              </a:lnSpc>
              <a:spcBef>
                <a:spcPct val="0"/>
              </a:spcBef>
              <a:spcAft>
                <a:spcPct val="0"/>
              </a:spcAft>
              <a:defRPr sz="4440">
                <a:solidFill>
                  <a:srgbClr val="191919"/>
                </a:solidFill>
                <a:latin typeface="IBM Plex Sans" pitchFamily="34" charset="0"/>
              </a:defRPr>
            </a:lvl7pPr>
            <a:lvl8pPr marL="2175414" algn="l" rtl="0" eaLnBrk="1" fontAlgn="base" hangingPunct="1">
              <a:lnSpc>
                <a:spcPct val="90000"/>
              </a:lnSpc>
              <a:spcBef>
                <a:spcPct val="0"/>
              </a:spcBef>
              <a:spcAft>
                <a:spcPct val="0"/>
              </a:spcAft>
              <a:defRPr sz="4440">
                <a:solidFill>
                  <a:srgbClr val="191919"/>
                </a:solidFill>
                <a:latin typeface="IBM Plex Sans" pitchFamily="34" charset="0"/>
              </a:defRPr>
            </a:lvl8pPr>
            <a:lvl9pPr marL="2900552" algn="l" rtl="0" eaLnBrk="1" fontAlgn="base" hangingPunct="1">
              <a:lnSpc>
                <a:spcPct val="90000"/>
              </a:lnSpc>
              <a:spcBef>
                <a:spcPct val="0"/>
              </a:spcBef>
              <a:spcAft>
                <a:spcPct val="0"/>
              </a:spcAft>
              <a:defRPr sz="4440">
                <a:solidFill>
                  <a:srgbClr val="191919"/>
                </a:solidFill>
                <a:latin typeface="IBM Plex Sans" pitchFamily="34" charset="0"/>
              </a:defRPr>
            </a:lvl9pPr>
          </a:lstStyle>
          <a:p>
            <a:pPr defTabSz="914400"/>
            <a:r>
              <a:rPr lang="en-US" sz="2000" kern="0" dirty="0">
                <a:solidFill>
                  <a:schemeClr val="tx1"/>
                </a:solidFill>
              </a:rPr>
              <a:t>company description and breach summary</a:t>
            </a:r>
          </a:p>
          <a:p>
            <a:pPr defTabSz="914400"/>
            <a:endParaRPr lang="en-US" sz="2000" kern="0" dirty="0">
              <a:solidFill>
                <a:schemeClr val="tx1"/>
              </a:solidFill>
            </a:endParaRPr>
          </a:p>
          <a:p>
            <a:pPr defTabSz="914400"/>
            <a:r>
              <a:rPr lang="en-US" sz="2000" kern="0" dirty="0">
                <a:solidFill>
                  <a:schemeClr val="tx1"/>
                </a:solidFill>
              </a:rPr>
              <a:t>MGM is a prominent Casino located in Las Vegas on the Las Vegas Strip.  MGM experience a breach in September 2023 at that same time Caesar also got hacked, but Caesar, MGM competitor, quickly paid $15 million in ransom to continue operating without any interruptions.</a:t>
            </a:r>
          </a:p>
          <a:p>
            <a:pPr defTabSz="914400"/>
            <a:endParaRPr lang="en-US" sz="2000" kern="0" dirty="0">
              <a:solidFill>
                <a:schemeClr val="tx1"/>
              </a:solidFill>
            </a:endParaRPr>
          </a:p>
          <a:p>
            <a:pPr defTabSz="914400"/>
            <a:r>
              <a:rPr lang="en-US" sz="2000" kern="0" dirty="0">
                <a:solidFill>
                  <a:schemeClr val="tx1"/>
                </a:solidFill>
              </a:rPr>
              <a:t>MGM was breached by APHV and Scatter Spider, the attack lasted 10 days in September 2023.  APHV was able to use social engineering “vishing” to trick employees into revealing sensitive login information.  The hackers was able to use this login information to gain access to the company’s system.  </a:t>
            </a:r>
          </a:p>
          <a:p>
            <a:pPr defTabSz="914400"/>
            <a:endParaRPr lang="en-US" sz="2000" kern="0" dirty="0">
              <a:solidFill>
                <a:schemeClr val="tx1"/>
              </a:solidFill>
            </a:endParaRPr>
          </a:p>
          <a:p>
            <a:pPr defTabSz="914400"/>
            <a:r>
              <a:rPr lang="en-US" sz="2000" kern="0" dirty="0">
                <a:solidFill>
                  <a:schemeClr val="tx1"/>
                </a:solidFill>
              </a:rPr>
              <a:t>At first contact by APHV letting MGM be aware that they have been hacked and the ransom ware is in place. MGM refused to pay the ransom instead MGM shut down their system, this caused a lot of problems equipment stopped functioning i.e. slot machines, food kiosks, bulletin board, all MGM brand websites, ATMs, credit card machines, check-in systems, and digital guest room keys</a:t>
            </a:r>
          </a:p>
          <a:p>
            <a:pPr defTabSz="914400"/>
            <a:endParaRPr lang="en-US" sz="2000" kern="0" dirty="0">
              <a:solidFill>
                <a:schemeClr val="tx1"/>
              </a:solidFill>
            </a:endParaRPr>
          </a:p>
          <a:p>
            <a:pPr defTabSz="914400"/>
            <a:r>
              <a:rPr lang="en-US" sz="2000" kern="0" dirty="0">
                <a:solidFill>
                  <a:schemeClr val="tx1"/>
                </a:solidFill>
              </a:rPr>
              <a:t>MGM suffered $100 million dollar loss in the third quarter. “MGM Resorts shares fell 4.1% in two days after the attack was revealed. The stock closed at $41.99 on Tuesday, September 12th, 2023, down from $43.79 on Friday, September 8th, 2023. The stock has since recovered some of its losses and closed at $42.65 on Friday, September 15th, 2023”</a:t>
            </a:r>
          </a:p>
          <a:p>
            <a:pPr defTabSz="914400"/>
            <a:endParaRPr lang="en-US" sz="2000" kern="0" dirty="0">
              <a:solidFill>
                <a:schemeClr val="tx1"/>
              </a:solidFill>
            </a:endParaRPr>
          </a:p>
          <a:p>
            <a:pPr defTabSz="914400"/>
            <a:r>
              <a:rPr lang="en-US" sz="2000" kern="0" dirty="0">
                <a:solidFill>
                  <a:schemeClr val="tx1"/>
                </a:solidFill>
              </a:rPr>
              <a:t>The breach lasted for 10 days and then MGM released to the public that everything was back to normal.</a:t>
            </a:r>
          </a:p>
          <a:p>
            <a:pPr defTabSz="914400"/>
            <a:endParaRPr lang="en-US" sz="3600" kern="0" dirty="0">
              <a:solidFill>
                <a:srgbClr val="C00000"/>
              </a:solidFill>
            </a:endParaRPr>
          </a:p>
        </p:txBody>
      </p:sp>
    </p:spTree>
    <p:extLst>
      <p:ext uri="{BB962C8B-B14F-4D97-AF65-F5344CB8AC3E}">
        <p14:creationId xmlns:p14="http://schemas.microsoft.com/office/powerpoint/2010/main" val="3628571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F7313-6A04-2C40-F8EA-D3AF9F59BE33}"/>
              </a:ext>
            </a:extLst>
          </p:cNvPr>
          <p:cNvSpPr>
            <a:spLocks noGrp="1"/>
          </p:cNvSpPr>
          <p:nvPr>
            <p:ph type="title"/>
          </p:nvPr>
        </p:nvSpPr>
        <p:spPr/>
        <p:txBody>
          <a:bodyPr/>
          <a:lstStyle/>
          <a:p>
            <a:br>
              <a:rPr lang="en-US" sz="4800" dirty="0">
                <a:solidFill>
                  <a:srgbClr val="C00000"/>
                </a:solidFill>
                <a:latin typeface="IBM Plex Sans" panose="020B0503050203000203" pitchFamily="34" charset="0"/>
              </a:rPr>
            </a:br>
            <a:endParaRPr lang="en-US" dirty="0"/>
          </a:p>
        </p:txBody>
      </p:sp>
      <p:sp>
        <p:nvSpPr>
          <p:cNvPr id="4" name="TextBox 3">
            <a:extLst>
              <a:ext uri="{FF2B5EF4-FFF2-40B4-BE49-F238E27FC236}">
                <a16:creationId xmlns:a16="http://schemas.microsoft.com/office/drawing/2014/main" id="{9FC7F6E7-6215-F67F-47BF-EC9F4DE8035F}"/>
              </a:ext>
            </a:extLst>
          </p:cNvPr>
          <p:cNvSpPr txBox="1"/>
          <p:nvPr/>
        </p:nvSpPr>
        <p:spPr>
          <a:xfrm>
            <a:off x="1294344" y="4728001"/>
            <a:ext cx="2654202" cy="830997"/>
          </a:xfrm>
          <a:prstGeom prst="rect">
            <a:avLst/>
          </a:prstGeom>
          <a:noFill/>
        </p:spPr>
        <p:txBody>
          <a:bodyPr wrap="square">
            <a:spAutoFit/>
          </a:bodyPr>
          <a:lstStyle/>
          <a:p>
            <a:r>
              <a:rPr lang="en-US" sz="4800" dirty="0">
                <a:solidFill>
                  <a:schemeClr val="bg1"/>
                </a:solidFill>
                <a:latin typeface="IBM Plex Sans" panose="020B0503050203000203" pitchFamily="34" charset="0"/>
              </a:rPr>
              <a:t>Timeline</a:t>
            </a:r>
            <a:endParaRPr lang="en-US" sz="4800" dirty="0"/>
          </a:p>
        </p:txBody>
      </p:sp>
      <p:grpSp>
        <p:nvGrpSpPr>
          <p:cNvPr id="3" name="Group 2">
            <a:extLst>
              <a:ext uri="{FF2B5EF4-FFF2-40B4-BE49-F238E27FC236}">
                <a16:creationId xmlns:a16="http://schemas.microsoft.com/office/drawing/2014/main" id="{698750BE-80A4-86A3-8C5B-6D437F2F5A59}"/>
              </a:ext>
            </a:extLst>
          </p:cNvPr>
          <p:cNvGrpSpPr/>
          <p:nvPr/>
        </p:nvGrpSpPr>
        <p:grpSpPr>
          <a:xfrm>
            <a:off x="5678711" y="320468"/>
            <a:ext cx="12423309" cy="10471998"/>
            <a:chOff x="4972129" y="612362"/>
            <a:chExt cx="6594851" cy="6019602"/>
          </a:xfrm>
        </p:grpSpPr>
        <p:grpSp>
          <p:nvGrpSpPr>
            <p:cNvPr id="6" name="Group 5">
              <a:extLst>
                <a:ext uri="{FF2B5EF4-FFF2-40B4-BE49-F238E27FC236}">
                  <a16:creationId xmlns:a16="http://schemas.microsoft.com/office/drawing/2014/main" id="{BB87AA68-D0D8-01B5-36B9-06575FB16806}"/>
                </a:ext>
              </a:extLst>
            </p:cNvPr>
            <p:cNvGrpSpPr/>
            <p:nvPr/>
          </p:nvGrpSpPr>
          <p:grpSpPr>
            <a:xfrm>
              <a:off x="4972129" y="612362"/>
              <a:ext cx="6594851" cy="5633275"/>
              <a:chOff x="4972129" y="897103"/>
              <a:chExt cx="6594851" cy="5633275"/>
            </a:xfrm>
          </p:grpSpPr>
          <p:sp>
            <p:nvSpPr>
              <p:cNvPr id="13" name="Freeform 12">
                <a:extLst>
                  <a:ext uri="{FF2B5EF4-FFF2-40B4-BE49-F238E27FC236}">
                    <a16:creationId xmlns:a16="http://schemas.microsoft.com/office/drawing/2014/main" id="{9690D94C-8F5D-4262-DFA2-0E72765AB9A6}"/>
                  </a:ext>
                </a:extLst>
              </p:cNvPr>
              <p:cNvSpPr/>
              <p:nvPr/>
            </p:nvSpPr>
            <p:spPr>
              <a:xfrm>
                <a:off x="5348055" y="897103"/>
                <a:ext cx="6218924" cy="751853"/>
              </a:xfrm>
              <a:custGeom>
                <a:avLst/>
                <a:gdLst>
                  <a:gd name="connsiteX0" fmla="*/ 0 w 6218924"/>
                  <a:gd name="connsiteY0" fmla="*/ 0 h 751851"/>
                  <a:gd name="connsiteX1" fmla="*/ 5842999 w 6218924"/>
                  <a:gd name="connsiteY1" fmla="*/ 0 h 751851"/>
                  <a:gd name="connsiteX2" fmla="*/ 6218924 w 6218924"/>
                  <a:gd name="connsiteY2" fmla="*/ 375926 h 751851"/>
                  <a:gd name="connsiteX3" fmla="*/ 5842999 w 6218924"/>
                  <a:gd name="connsiteY3" fmla="*/ 751851 h 751851"/>
                  <a:gd name="connsiteX4" fmla="*/ 0 w 6218924"/>
                  <a:gd name="connsiteY4" fmla="*/ 751851 h 751851"/>
                  <a:gd name="connsiteX5" fmla="*/ 0 w 6218924"/>
                  <a:gd name="connsiteY5" fmla="*/ 0 h 751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18924" h="751851">
                    <a:moveTo>
                      <a:pt x="6218924" y="751850"/>
                    </a:moveTo>
                    <a:lnTo>
                      <a:pt x="375925" y="751850"/>
                    </a:lnTo>
                    <a:lnTo>
                      <a:pt x="0" y="375925"/>
                    </a:lnTo>
                    <a:lnTo>
                      <a:pt x="375925" y="1"/>
                    </a:lnTo>
                    <a:lnTo>
                      <a:pt x="6218924" y="1"/>
                    </a:lnTo>
                    <a:lnTo>
                      <a:pt x="6218924" y="751850"/>
                    </a:lnTo>
                    <a:close/>
                  </a:path>
                </a:pathLst>
              </a:custGeom>
              <a:no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19509" tIns="125731" rIns="234696" bIns="125730" numCol="1" spcCol="1270" anchor="ctr" anchorCtr="0">
                <a:noAutofit/>
              </a:bodyPr>
              <a:lstStyle/>
              <a:p>
                <a:pPr marL="0" lvl="0" indent="0" algn="ctr" defTabSz="1466850">
                  <a:lnSpc>
                    <a:spcPct val="90000"/>
                  </a:lnSpc>
                  <a:spcBef>
                    <a:spcPct val="0"/>
                  </a:spcBef>
                  <a:spcAft>
                    <a:spcPct val="35000"/>
                  </a:spcAft>
                  <a:buNone/>
                </a:pPr>
                <a:endParaRPr lang="en-US" sz="3300" kern="1200"/>
              </a:p>
            </p:txBody>
          </p:sp>
          <p:sp>
            <p:nvSpPr>
              <p:cNvPr id="14" name="Oval 13">
                <a:extLst>
                  <a:ext uri="{FF2B5EF4-FFF2-40B4-BE49-F238E27FC236}">
                    <a16:creationId xmlns:a16="http://schemas.microsoft.com/office/drawing/2014/main" id="{C55E1702-1901-6938-83B4-1197572C0009}"/>
                  </a:ext>
                </a:extLst>
              </p:cNvPr>
              <p:cNvSpPr/>
              <p:nvPr/>
            </p:nvSpPr>
            <p:spPr>
              <a:xfrm>
                <a:off x="4972129" y="897104"/>
                <a:ext cx="751851" cy="751851"/>
              </a:xfrm>
              <a:prstGeom prst="ellipse">
                <a:avLst/>
              </a:prstGeom>
              <a:solidFill>
                <a:schemeClr val="accent1">
                  <a:lumMod val="75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15" name="Freeform 14">
                <a:extLst>
                  <a:ext uri="{FF2B5EF4-FFF2-40B4-BE49-F238E27FC236}">
                    <a16:creationId xmlns:a16="http://schemas.microsoft.com/office/drawing/2014/main" id="{F797D8A3-EF36-006E-0117-0DA16460DE0F}"/>
                  </a:ext>
                </a:extLst>
              </p:cNvPr>
              <p:cNvSpPr/>
              <p:nvPr/>
            </p:nvSpPr>
            <p:spPr>
              <a:xfrm>
                <a:off x="5348055" y="1873389"/>
                <a:ext cx="6218924" cy="751852"/>
              </a:xfrm>
              <a:custGeom>
                <a:avLst/>
                <a:gdLst>
                  <a:gd name="connsiteX0" fmla="*/ 0 w 6218924"/>
                  <a:gd name="connsiteY0" fmla="*/ 0 h 751851"/>
                  <a:gd name="connsiteX1" fmla="*/ 5842999 w 6218924"/>
                  <a:gd name="connsiteY1" fmla="*/ 0 h 751851"/>
                  <a:gd name="connsiteX2" fmla="*/ 6218924 w 6218924"/>
                  <a:gd name="connsiteY2" fmla="*/ 375926 h 751851"/>
                  <a:gd name="connsiteX3" fmla="*/ 5842999 w 6218924"/>
                  <a:gd name="connsiteY3" fmla="*/ 751851 h 751851"/>
                  <a:gd name="connsiteX4" fmla="*/ 0 w 6218924"/>
                  <a:gd name="connsiteY4" fmla="*/ 751851 h 751851"/>
                  <a:gd name="connsiteX5" fmla="*/ 0 w 6218924"/>
                  <a:gd name="connsiteY5" fmla="*/ 0 h 751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18924" h="751851">
                    <a:moveTo>
                      <a:pt x="6218924" y="751850"/>
                    </a:moveTo>
                    <a:lnTo>
                      <a:pt x="375925" y="751850"/>
                    </a:lnTo>
                    <a:lnTo>
                      <a:pt x="0" y="375925"/>
                    </a:lnTo>
                    <a:lnTo>
                      <a:pt x="375925" y="1"/>
                    </a:lnTo>
                    <a:lnTo>
                      <a:pt x="6218924" y="1"/>
                    </a:lnTo>
                    <a:lnTo>
                      <a:pt x="6218924" y="751850"/>
                    </a:lnTo>
                    <a:close/>
                  </a:path>
                </a:pathLst>
              </a:custGeom>
              <a:no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19509" tIns="125730" rIns="234696" bIns="125731" numCol="1" spcCol="1270" anchor="ctr" anchorCtr="0">
                <a:noAutofit/>
              </a:bodyPr>
              <a:lstStyle/>
              <a:p>
                <a:pPr marL="0" lvl="0" indent="0" algn="ctr" defTabSz="1466850">
                  <a:lnSpc>
                    <a:spcPct val="90000"/>
                  </a:lnSpc>
                  <a:spcBef>
                    <a:spcPct val="0"/>
                  </a:spcBef>
                  <a:spcAft>
                    <a:spcPct val="35000"/>
                  </a:spcAft>
                  <a:buNone/>
                </a:pPr>
                <a:endParaRPr lang="en-US" sz="3300" kern="1200"/>
              </a:p>
            </p:txBody>
          </p:sp>
          <p:sp>
            <p:nvSpPr>
              <p:cNvPr id="16" name="Oval 15">
                <a:extLst>
                  <a:ext uri="{FF2B5EF4-FFF2-40B4-BE49-F238E27FC236}">
                    <a16:creationId xmlns:a16="http://schemas.microsoft.com/office/drawing/2014/main" id="{C795346D-FFF4-7CAB-F9FF-C1BB9F292041}"/>
                  </a:ext>
                </a:extLst>
              </p:cNvPr>
              <p:cNvSpPr/>
              <p:nvPr/>
            </p:nvSpPr>
            <p:spPr>
              <a:xfrm>
                <a:off x="4972129" y="1873389"/>
                <a:ext cx="751851" cy="751851"/>
              </a:xfrm>
              <a:prstGeom prst="ellipse">
                <a:avLst/>
              </a:prstGeom>
              <a:solidFill>
                <a:srgbClr val="6929C4"/>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17" name="Freeform 16">
                <a:extLst>
                  <a:ext uri="{FF2B5EF4-FFF2-40B4-BE49-F238E27FC236}">
                    <a16:creationId xmlns:a16="http://schemas.microsoft.com/office/drawing/2014/main" id="{97204A7F-B877-DA23-F617-32DFE7B74712}"/>
                  </a:ext>
                </a:extLst>
              </p:cNvPr>
              <p:cNvSpPr/>
              <p:nvPr/>
            </p:nvSpPr>
            <p:spPr>
              <a:xfrm>
                <a:off x="5348055" y="2849672"/>
                <a:ext cx="6218924" cy="751852"/>
              </a:xfrm>
              <a:custGeom>
                <a:avLst/>
                <a:gdLst>
                  <a:gd name="connsiteX0" fmla="*/ 0 w 6218924"/>
                  <a:gd name="connsiteY0" fmla="*/ 0 h 751851"/>
                  <a:gd name="connsiteX1" fmla="*/ 5842999 w 6218924"/>
                  <a:gd name="connsiteY1" fmla="*/ 0 h 751851"/>
                  <a:gd name="connsiteX2" fmla="*/ 6218924 w 6218924"/>
                  <a:gd name="connsiteY2" fmla="*/ 375926 h 751851"/>
                  <a:gd name="connsiteX3" fmla="*/ 5842999 w 6218924"/>
                  <a:gd name="connsiteY3" fmla="*/ 751851 h 751851"/>
                  <a:gd name="connsiteX4" fmla="*/ 0 w 6218924"/>
                  <a:gd name="connsiteY4" fmla="*/ 751851 h 751851"/>
                  <a:gd name="connsiteX5" fmla="*/ 0 w 6218924"/>
                  <a:gd name="connsiteY5" fmla="*/ 0 h 751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18924" h="751851">
                    <a:moveTo>
                      <a:pt x="6218924" y="751850"/>
                    </a:moveTo>
                    <a:lnTo>
                      <a:pt x="375925" y="751850"/>
                    </a:lnTo>
                    <a:lnTo>
                      <a:pt x="0" y="375925"/>
                    </a:lnTo>
                    <a:lnTo>
                      <a:pt x="375925" y="1"/>
                    </a:lnTo>
                    <a:lnTo>
                      <a:pt x="6218924" y="1"/>
                    </a:lnTo>
                    <a:lnTo>
                      <a:pt x="6218924" y="751850"/>
                    </a:lnTo>
                    <a:close/>
                  </a:path>
                </a:pathLst>
              </a:custGeom>
              <a:no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19509" tIns="125731" rIns="234696" bIns="125730" numCol="1" spcCol="1270" anchor="ctr" anchorCtr="0">
                <a:noAutofit/>
              </a:bodyPr>
              <a:lstStyle/>
              <a:p>
                <a:pPr marL="0" lvl="0" indent="0" algn="ctr" defTabSz="1466850">
                  <a:lnSpc>
                    <a:spcPct val="90000"/>
                  </a:lnSpc>
                  <a:spcBef>
                    <a:spcPct val="0"/>
                  </a:spcBef>
                  <a:spcAft>
                    <a:spcPct val="35000"/>
                  </a:spcAft>
                  <a:buNone/>
                </a:pPr>
                <a:endParaRPr lang="en-US" sz="3300" kern="1200"/>
              </a:p>
            </p:txBody>
          </p:sp>
          <p:sp>
            <p:nvSpPr>
              <p:cNvPr id="18" name="Oval 17">
                <a:extLst>
                  <a:ext uri="{FF2B5EF4-FFF2-40B4-BE49-F238E27FC236}">
                    <a16:creationId xmlns:a16="http://schemas.microsoft.com/office/drawing/2014/main" id="{3CEB7295-EA15-3109-F42A-D968134EC95E}"/>
                  </a:ext>
                </a:extLst>
              </p:cNvPr>
              <p:cNvSpPr/>
              <p:nvPr/>
            </p:nvSpPr>
            <p:spPr>
              <a:xfrm>
                <a:off x="4972129" y="2849673"/>
                <a:ext cx="751851" cy="751851"/>
              </a:xfrm>
              <a:prstGeom prst="ellipse">
                <a:avLst/>
              </a:prstGeom>
              <a:solidFill>
                <a:schemeClr val="accent1">
                  <a:lumMod val="75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19" name="Freeform 18">
                <a:extLst>
                  <a:ext uri="{FF2B5EF4-FFF2-40B4-BE49-F238E27FC236}">
                    <a16:creationId xmlns:a16="http://schemas.microsoft.com/office/drawing/2014/main" id="{D6132EE3-D4CB-AD41-B6D8-60E9EE5EF9D5}"/>
                  </a:ext>
                </a:extLst>
              </p:cNvPr>
              <p:cNvSpPr/>
              <p:nvPr/>
            </p:nvSpPr>
            <p:spPr>
              <a:xfrm>
                <a:off x="5348055" y="3825957"/>
                <a:ext cx="6218924" cy="751852"/>
              </a:xfrm>
              <a:custGeom>
                <a:avLst/>
                <a:gdLst>
                  <a:gd name="connsiteX0" fmla="*/ 0 w 6218924"/>
                  <a:gd name="connsiteY0" fmla="*/ 0 h 751851"/>
                  <a:gd name="connsiteX1" fmla="*/ 5842999 w 6218924"/>
                  <a:gd name="connsiteY1" fmla="*/ 0 h 751851"/>
                  <a:gd name="connsiteX2" fmla="*/ 6218924 w 6218924"/>
                  <a:gd name="connsiteY2" fmla="*/ 375926 h 751851"/>
                  <a:gd name="connsiteX3" fmla="*/ 5842999 w 6218924"/>
                  <a:gd name="connsiteY3" fmla="*/ 751851 h 751851"/>
                  <a:gd name="connsiteX4" fmla="*/ 0 w 6218924"/>
                  <a:gd name="connsiteY4" fmla="*/ 751851 h 751851"/>
                  <a:gd name="connsiteX5" fmla="*/ 0 w 6218924"/>
                  <a:gd name="connsiteY5" fmla="*/ 0 h 751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18924" h="751851">
                    <a:moveTo>
                      <a:pt x="6218924" y="751850"/>
                    </a:moveTo>
                    <a:lnTo>
                      <a:pt x="375925" y="751850"/>
                    </a:lnTo>
                    <a:lnTo>
                      <a:pt x="0" y="375925"/>
                    </a:lnTo>
                    <a:lnTo>
                      <a:pt x="375925" y="1"/>
                    </a:lnTo>
                    <a:lnTo>
                      <a:pt x="6218924" y="1"/>
                    </a:lnTo>
                    <a:lnTo>
                      <a:pt x="6218924" y="751850"/>
                    </a:lnTo>
                    <a:close/>
                  </a:path>
                </a:pathLst>
              </a:custGeom>
              <a:no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19509" tIns="125731" rIns="234696" bIns="125730" numCol="1" spcCol="1270" anchor="ctr" anchorCtr="0">
                <a:noAutofit/>
              </a:bodyPr>
              <a:lstStyle/>
              <a:p>
                <a:pPr marL="0" lvl="0" indent="0" algn="ctr" defTabSz="1466850">
                  <a:lnSpc>
                    <a:spcPct val="90000"/>
                  </a:lnSpc>
                  <a:spcBef>
                    <a:spcPct val="0"/>
                  </a:spcBef>
                  <a:spcAft>
                    <a:spcPct val="35000"/>
                  </a:spcAft>
                  <a:buNone/>
                </a:pPr>
                <a:endParaRPr lang="en-US" sz="3300" kern="1200"/>
              </a:p>
            </p:txBody>
          </p:sp>
          <p:sp>
            <p:nvSpPr>
              <p:cNvPr id="20" name="Oval 19">
                <a:extLst>
                  <a:ext uri="{FF2B5EF4-FFF2-40B4-BE49-F238E27FC236}">
                    <a16:creationId xmlns:a16="http://schemas.microsoft.com/office/drawing/2014/main" id="{6ADE55D6-A1FB-F8FF-F083-B52F77AAD3E7}"/>
                  </a:ext>
                </a:extLst>
              </p:cNvPr>
              <p:cNvSpPr/>
              <p:nvPr/>
            </p:nvSpPr>
            <p:spPr>
              <a:xfrm>
                <a:off x="4972129" y="3825958"/>
                <a:ext cx="751851" cy="751851"/>
              </a:xfrm>
              <a:prstGeom prst="ellipse">
                <a:avLst/>
              </a:prstGeom>
              <a:solidFill>
                <a:srgbClr val="6929C4"/>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21" name="Freeform 20">
                <a:extLst>
                  <a:ext uri="{FF2B5EF4-FFF2-40B4-BE49-F238E27FC236}">
                    <a16:creationId xmlns:a16="http://schemas.microsoft.com/office/drawing/2014/main" id="{6A0D7899-92DF-F4F8-55BF-CB15046D0999}"/>
                  </a:ext>
                </a:extLst>
              </p:cNvPr>
              <p:cNvSpPr/>
              <p:nvPr/>
            </p:nvSpPr>
            <p:spPr>
              <a:xfrm>
                <a:off x="5348055" y="4802242"/>
                <a:ext cx="6218924" cy="751852"/>
              </a:xfrm>
              <a:custGeom>
                <a:avLst/>
                <a:gdLst>
                  <a:gd name="connsiteX0" fmla="*/ 0 w 6218924"/>
                  <a:gd name="connsiteY0" fmla="*/ 0 h 751851"/>
                  <a:gd name="connsiteX1" fmla="*/ 5842999 w 6218924"/>
                  <a:gd name="connsiteY1" fmla="*/ 0 h 751851"/>
                  <a:gd name="connsiteX2" fmla="*/ 6218924 w 6218924"/>
                  <a:gd name="connsiteY2" fmla="*/ 375926 h 751851"/>
                  <a:gd name="connsiteX3" fmla="*/ 5842999 w 6218924"/>
                  <a:gd name="connsiteY3" fmla="*/ 751851 h 751851"/>
                  <a:gd name="connsiteX4" fmla="*/ 0 w 6218924"/>
                  <a:gd name="connsiteY4" fmla="*/ 751851 h 751851"/>
                  <a:gd name="connsiteX5" fmla="*/ 0 w 6218924"/>
                  <a:gd name="connsiteY5" fmla="*/ 0 h 751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18924" h="751851">
                    <a:moveTo>
                      <a:pt x="6218924" y="751850"/>
                    </a:moveTo>
                    <a:lnTo>
                      <a:pt x="375925" y="751850"/>
                    </a:lnTo>
                    <a:lnTo>
                      <a:pt x="0" y="375925"/>
                    </a:lnTo>
                    <a:lnTo>
                      <a:pt x="375925" y="1"/>
                    </a:lnTo>
                    <a:lnTo>
                      <a:pt x="6218924" y="1"/>
                    </a:lnTo>
                    <a:lnTo>
                      <a:pt x="6218924" y="751850"/>
                    </a:lnTo>
                    <a:close/>
                  </a:path>
                </a:pathLst>
              </a:custGeom>
              <a:no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19509" tIns="125731" rIns="234696" bIns="125730" numCol="1" spcCol="1270" anchor="ctr" anchorCtr="0">
                <a:noAutofit/>
              </a:bodyPr>
              <a:lstStyle/>
              <a:p>
                <a:pPr marL="0" lvl="0" indent="0" algn="ctr" defTabSz="1466850">
                  <a:lnSpc>
                    <a:spcPct val="90000"/>
                  </a:lnSpc>
                  <a:spcBef>
                    <a:spcPct val="0"/>
                  </a:spcBef>
                  <a:spcAft>
                    <a:spcPct val="35000"/>
                  </a:spcAft>
                  <a:buNone/>
                </a:pPr>
                <a:endParaRPr lang="en-US" sz="3300" kern="1200"/>
              </a:p>
            </p:txBody>
          </p:sp>
          <p:sp>
            <p:nvSpPr>
              <p:cNvPr id="22" name="Oval 21">
                <a:extLst>
                  <a:ext uri="{FF2B5EF4-FFF2-40B4-BE49-F238E27FC236}">
                    <a16:creationId xmlns:a16="http://schemas.microsoft.com/office/drawing/2014/main" id="{16AADDB8-8264-238A-E946-EEF9C822063A}"/>
                  </a:ext>
                </a:extLst>
              </p:cNvPr>
              <p:cNvSpPr/>
              <p:nvPr/>
            </p:nvSpPr>
            <p:spPr>
              <a:xfrm>
                <a:off x="4972129" y="4802243"/>
                <a:ext cx="751851" cy="751851"/>
              </a:xfrm>
              <a:prstGeom prst="ellipse">
                <a:avLst/>
              </a:prstGeom>
              <a:solidFill>
                <a:schemeClr val="accent1">
                  <a:lumMod val="75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23" name="Freeform 22">
                <a:extLst>
                  <a:ext uri="{FF2B5EF4-FFF2-40B4-BE49-F238E27FC236}">
                    <a16:creationId xmlns:a16="http://schemas.microsoft.com/office/drawing/2014/main" id="{F7275A33-632B-6837-5C73-2DE0F64075C7}"/>
                  </a:ext>
                </a:extLst>
              </p:cNvPr>
              <p:cNvSpPr/>
              <p:nvPr/>
            </p:nvSpPr>
            <p:spPr>
              <a:xfrm>
                <a:off x="5348055" y="5778526"/>
                <a:ext cx="6218925" cy="751852"/>
              </a:xfrm>
              <a:custGeom>
                <a:avLst/>
                <a:gdLst>
                  <a:gd name="connsiteX0" fmla="*/ 0 w 6218924"/>
                  <a:gd name="connsiteY0" fmla="*/ 0 h 751851"/>
                  <a:gd name="connsiteX1" fmla="*/ 5842999 w 6218924"/>
                  <a:gd name="connsiteY1" fmla="*/ 0 h 751851"/>
                  <a:gd name="connsiteX2" fmla="*/ 6218924 w 6218924"/>
                  <a:gd name="connsiteY2" fmla="*/ 375926 h 751851"/>
                  <a:gd name="connsiteX3" fmla="*/ 5842999 w 6218924"/>
                  <a:gd name="connsiteY3" fmla="*/ 751851 h 751851"/>
                  <a:gd name="connsiteX4" fmla="*/ 0 w 6218924"/>
                  <a:gd name="connsiteY4" fmla="*/ 751851 h 751851"/>
                  <a:gd name="connsiteX5" fmla="*/ 0 w 6218924"/>
                  <a:gd name="connsiteY5" fmla="*/ 0 h 751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18924" h="751851">
                    <a:moveTo>
                      <a:pt x="6218924" y="751850"/>
                    </a:moveTo>
                    <a:lnTo>
                      <a:pt x="375925" y="751850"/>
                    </a:lnTo>
                    <a:lnTo>
                      <a:pt x="0" y="375925"/>
                    </a:lnTo>
                    <a:lnTo>
                      <a:pt x="375925" y="1"/>
                    </a:lnTo>
                    <a:lnTo>
                      <a:pt x="6218924" y="1"/>
                    </a:lnTo>
                    <a:lnTo>
                      <a:pt x="6218924" y="751850"/>
                    </a:lnTo>
                    <a:close/>
                  </a:path>
                </a:pathLst>
              </a:custGeom>
              <a:no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19509" tIns="125731" rIns="234697" bIns="125730" numCol="1" spcCol="1270" anchor="ctr" anchorCtr="0">
                <a:noAutofit/>
              </a:bodyPr>
              <a:lstStyle/>
              <a:p>
                <a:pPr marL="0" lvl="0" indent="0" algn="ctr" defTabSz="1466850">
                  <a:lnSpc>
                    <a:spcPct val="90000"/>
                  </a:lnSpc>
                  <a:spcBef>
                    <a:spcPct val="0"/>
                  </a:spcBef>
                  <a:spcAft>
                    <a:spcPct val="35000"/>
                  </a:spcAft>
                  <a:buNone/>
                </a:pPr>
                <a:endParaRPr lang="en-US" sz="3300" kern="1200"/>
              </a:p>
            </p:txBody>
          </p:sp>
          <p:sp>
            <p:nvSpPr>
              <p:cNvPr id="24" name="Oval 23">
                <a:extLst>
                  <a:ext uri="{FF2B5EF4-FFF2-40B4-BE49-F238E27FC236}">
                    <a16:creationId xmlns:a16="http://schemas.microsoft.com/office/drawing/2014/main" id="{FBDBD99B-C1B6-2329-9025-677B60940842}"/>
                  </a:ext>
                </a:extLst>
              </p:cNvPr>
              <p:cNvSpPr/>
              <p:nvPr/>
            </p:nvSpPr>
            <p:spPr>
              <a:xfrm>
                <a:off x="4972129" y="5778527"/>
                <a:ext cx="751851" cy="751851"/>
              </a:xfrm>
              <a:prstGeom prst="ellipse">
                <a:avLst/>
              </a:prstGeom>
              <a:solidFill>
                <a:srgbClr val="6929C4"/>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25" name="TextBox 24">
                <a:extLst>
                  <a:ext uri="{FF2B5EF4-FFF2-40B4-BE49-F238E27FC236}">
                    <a16:creationId xmlns:a16="http://schemas.microsoft.com/office/drawing/2014/main" id="{55A132DE-AC43-F146-5B76-A73CBEED536A}"/>
                  </a:ext>
                </a:extLst>
              </p:cNvPr>
              <p:cNvSpPr txBox="1"/>
              <p:nvPr/>
            </p:nvSpPr>
            <p:spPr>
              <a:xfrm>
                <a:off x="5237211" y="5027788"/>
                <a:ext cx="221688" cy="300762"/>
              </a:xfrm>
              <a:prstGeom prst="rect">
                <a:avLst/>
              </a:prstGeom>
              <a:noFill/>
            </p:spPr>
            <p:txBody>
              <a:bodyPr wrap="square" rtlCol="0">
                <a:spAutoFit/>
              </a:bodyPr>
              <a:lstStyle/>
              <a:p>
                <a:pPr algn="l"/>
                <a:r>
                  <a:rPr lang="en-US" sz="2800" dirty="0">
                    <a:solidFill>
                      <a:schemeClr val="bg1"/>
                    </a:solidFill>
                    <a:latin typeface="IBM Plex Sans" charset="0"/>
                    <a:ea typeface="IBM Plex Sans" charset="0"/>
                    <a:cs typeface="IBM Plex Sans" charset="0"/>
                  </a:rPr>
                  <a:t>5</a:t>
                </a:r>
              </a:p>
            </p:txBody>
          </p:sp>
          <p:sp>
            <p:nvSpPr>
              <p:cNvPr id="26" name="TextBox 25">
                <a:extLst>
                  <a:ext uri="{FF2B5EF4-FFF2-40B4-BE49-F238E27FC236}">
                    <a16:creationId xmlns:a16="http://schemas.microsoft.com/office/drawing/2014/main" id="{27C74F92-D2EC-1153-4907-F0DC8161B3D1}"/>
                  </a:ext>
                </a:extLst>
              </p:cNvPr>
              <p:cNvSpPr txBox="1"/>
              <p:nvPr/>
            </p:nvSpPr>
            <p:spPr>
              <a:xfrm>
                <a:off x="5237211" y="2098933"/>
                <a:ext cx="221686" cy="300762"/>
              </a:xfrm>
              <a:prstGeom prst="rect">
                <a:avLst/>
              </a:prstGeom>
              <a:noFill/>
            </p:spPr>
            <p:txBody>
              <a:bodyPr wrap="square" rtlCol="0">
                <a:spAutoFit/>
              </a:bodyPr>
              <a:lstStyle/>
              <a:p>
                <a:pPr algn="l"/>
                <a:r>
                  <a:rPr lang="en-US" sz="2800" dirty="0">
                    <a:solidFill>
                      <a:schemeClr val="bg1"/>
                    </a:solidFill>
                    <a:latin typeface="IBM Plex Sans" charset="0"/>
                    <a:ea typeface="IBM Plex Sans" charset="0"/>
                    <a:cs typeface="IBM Plex Sans" charset="0"/>
                  </a:rPr>
                  <a:t>2</a:t>
                </a:r>
              </a:p>
            </p:txBody>
          </p:sp>
          <p:sp>
            <p:nvSpPr>
              <p:cNvPr id="27" name="TextBox 26">
                <a:extLst>
                  <a:ext uri="{FF2B5EF4-FFF2-40B4-BE49-F238E27FC236}">
                    <a16:creationId xmlns:a16="http://schemas.microsoft.com/office/drawing/2014/main" id="{8F060A33-B53E-E527-601F-5877E43B3A48}"/>
                  </a:ext>
                </a:extLst>
              </p:cNvPr>
              <p:cNvSpPr txBox="1"/>
              <p:nvPr/>
            </p:nvSpPr>
            <p:spPr>
              <a:xfrm>
                <a:off x="5245751" y="3075217"/>
                <a:ext cx="204606" cy="300762"/>
              </a:xfrm>
              <a:prstGeom prst="rect">
                <a:avLst/>
              </a:prstGeom>
              <a:noFill/>
            </p:spPr>
            <p:txBody>
              <a:bodyPr wrap="square" rtlCol="0">
                <a:spAutoFit/>
              </a:bodyPr>
              <a:lstStyle/>
              <a:p>
                <a:pPr algn="l"/>
                <a:r>
                  <a:rPr lang="en-US" sz="2800" dirty="0">
                    <a:solidFill>
                      <a:schemeClr val="bg1"/>
                    </a:solidFill>
                    <a:latin typeface="IBM Plex Sans" charset="0"/>
                    <a:ea typeface="IBM Plex Sans" charset="0"/>
                    <a:cs typeface="IBM Plex Sans" charset="0"/>
                  </a:rPr>
                  <a:t>3</a:t>
                </a:r>
              </a:p>
            </p:txBody>
          </p:sp>
          <p:sp>
            <p:nvSpPr>
              <p:cNvPr id="28" name="TextBox 27">
                <a:extLst>
                  <a:ext uri="{FF2B5EF4-FFF2-40B4-BE49-F238E27FC236}">
                    <a16:creationId xmlns:a16="http://schemas.microsoft.com/office/drawing/2014/main" id="{E676F1C2-F348-D82B-A986-7B62045EF8B1}"/>
                  </a:ext>
                </a:extLst>
              </p:cNvPr>
              <p:cNvSpPr txBox="1"/>
              <p:nvPr/>
            </p:nvSpPr>
            <p:spPr>
              <a:xfrm>
                <a:off x="5237211" y="4051502"/>
                <a:ext cx="221687" cy="300762"/>
              </a:xfrm>
              <a:prstGeom prst="rect">
                <a:avLst/>
              </a:prstGeom>
              <a:noFill/>
            </p:spPr>
            <p:txBody>
              <a:bodyPr wrap="square" rtlCol="0">
                <a:spAutoFit/>
              </a:bodyPr>
              <a:lstStyle/>
              <a:p>
                <a:pPr algn="l"/>
                <a:r>
                  <a:rPr lang="en-US" sz="2800" dirty="0">
                    <a:solidFill>
                      <a:schemeClr val="bg1"/>
                    </a:solidFill>
                    <a:latin typeface="IBM Plex Sans" charset="0"/>
                    <a:ea typeface="IBM Plex Sans" charset="0"/>
                    <a:cs typeface="IBM Plex Sans" charset="0"/>
                  </a:rPr>
                  <a:t>4</a:t>
                </a:r>
              </a:p>
            </p:txBody>
          </p:sp>
          <p:sp>
            <p:nvSpPr>
              <p:cNvPr id="29" name="TextBox 28">
                <a:extLst>
                  <a:ext uri="{FF2B5EF4-FFF2-40B4-BE49-F238E27FC236}">
                    <a16:creationId xmlns:a16="http://schemas.microsoft.com/office/drawing/2014/main" id="{E330938A-DB6C-6F3B-39DC-1366C21512D8}"/>
                  </a:ext>
                </a:extLst>
              </p:cNvPr>
              <p:cNvSpPr txBox="1"/>
              <p:nvPr/>
            </p:nvSpPr>
            <p:spPr>
              <a:xfrm>
                <a:off x="5250824" y="1122648"/>
                <a:ext cx="194462" cy="300762"/>
              </a:xfrm>
              <a:prstGeom prst="rect">
                <a:avLst/>
              </a:prstGeom>
              <a:noFill/>
            </p:spPr>
            <p:txBody>
              <a:bodyPr wrap="square" rtlCol="0">
                <a:spAutoFit/>
              </a:bodyPr>
              <a:lstStyle/>
              <a:p>
                <a:pPr algn="l"/>
                <a:r>
                  <a:rPr lang="en-US" sz="2800" dirty="0">
                    <a:solidFill>
                      <a:schemeClr val="bg1"/>
                    </a:solidFill>
                    <a:latin typeface="IBM Plex Sans" charset="0"/>
                    <a:ea typeface="IBM Plex Sans" charset="0"/>
                    <a:cs typeface="IBM Plex Sans" charset="0"/>
                  </a:rPr>
                  <a:t>1</a:t>
                </a:r>
              </a:p>
            </p:txBody>
          </p:sp>
          <p:sp>
            <p:nvSpPr>
              <p:cNvPr id="30" name="TextBox 29">
                <a:extLst>
                  <a:ext uri="{FF2B5EF4-FFF2-40B4-BE49-F238E27FC236}">
                    <a16:creationId xmlns:a16="http://schemas.microsoft.com/office/drawing/2014/main" id="{7A5F7D61-684A-CAA6-52D0-E32C69943D89}"/>
                  </a:ext>
                </a:extLst>
              </p:cNvPr>
              <p:cNvSpPr txBox="1"/>
              <p:nvPr/>
            </p:nvSpPr>
            <p:spPr>
              <a:xfrm>
                <a:off x="5237211" y="6004071"/>
                <a:ext cx="221688" cy="300762"/>
              </a:xfrm>
              <a:prstGeom prst="rect">
                <a:avLst/>
              </a:prstGeom>
              <a:noFill/>
            </p:spPr>
            <p:txBody>
              <a:bodyPr wrap="square" rtlCol="0">
                <a:spAutoFit/>
              </a:bodyPr>
              <a:lstStyle/>
              <a:p>
                <a:pPr algn="l"/>
                <a:r>
                  <a:rPr lang="en-US" sz="2800" dirty="0">
                    <a:solidFill>
                      <a:schemeClr val="bg1"/>
                    </a:solidFill>
                    <a:latin typeface="IBM Plex Sans" charset="0"/>
                    <a:ea typeface="IBM Plex Sans" charset="0"/>
                    <a:cs typeface="IBM Plex Sans" charset="0"/>
                  </a:rPr>
                  <a:t>6</a:t>
                </a:r>
              </a:p>
            </p:txBody>
          </p:sp>
        </p:grpSp>
        <p:sp>
          <p:nvSpPr>
            <p:cNvPr id="7" name="TextBox 6">
              <a:extLst>
                <a:ext uri="{FF2B5EF4-FFF2-40B4-BE49-F238E27FC236}">
                  <a16:creationId xmlns:a16="http://schemas.microsoft.com/office/drawing/2014/main" id="{4A695F8A-9D64-0AB8-1F31-BBE2C21EBDC5}"/>
                </a:ext>
              </a:extLst>
            </p:cNvPr>
            <p:cNvSpPr txBox="1"/>
            <p:nvPr/>
          </p:nvSpPr>
          <p:spPr>
            <a:xfrm>
              <a:off x="5723836" y="618956"/>
              <a:ext cx="5843143" cy="928823"/>
            </a:xfrm>
            <a:prstGeom prst="rect">
              <a:avLst/>
            </a:prstGeom>
            <a:noFill/>
          </p:spPr>
          <p:txBody>
            <a:bodyPr wrap="square" rtlCol="0">
              <a:spAutoFit/>
            </a:bodyPr>
            <a:lstStyle/>
            <a:p>
              <a:pPr algn="l"/>
              <a:r>
                <a:rPr lang="en-US" sz="1800" dirty="0">
                  <a:latin typeface="IBM Plex Sans" charset="0"/>
                  <a:ea typeface="IBM Plex Sans" charset="0"/>
                  <a:cs typeface="IBM Plex Sans" charset="0"/>
                </a:rPr>
                <a:t>Event 1</a:t>
              </a:r>
            </a:p>
            <a:p>
              <a:pPr algn="l"/>
              <a:r>
                <a:rPr lang="en-US" sz="1800" dirty="0" err="1">
                  <a:latin typeface="IBM Plex Sans" charset="0"/>
                  <a:ea typeface="IBM Plex Sans" charset="0"/>
                  <a:cs typeface="IBM Plex Sans" charset="0"/>
                </a:rPr>
                <a:t>Septermber</a:t>
              </a:r>
              <a:r>
                <a:rPr lang="en-US" sz="1800" dirty="0">
                  <a:latin typeface="IBM Plex Sans" charset="0"/>
                  <a:ea typeface="IBM Plex Sans" charset="0"/>
                  <a:cs typeface="IBM Plex Sans" charset="0"/>
                </a:rPr>
                <a:t> 2023</a:t>
              </a:r>
            </a:p>
            <a:p>
              <a:pPr algn="l"/>
              <a:r>
                <a:rPr lang="en-US" sz="1800" dirty="0">
                  <a:latin typeface="IBM Plex Sans" charset="0"/>
                  <a:ea typeface="IBM Plex Sans" charset="0"/>
                  <a:cs typeface="IBM Plex Sans" charset="0"/>
                </a:rPr>
                <a:t>ALPHV’S group and Scattered Spider launched an attack on MGM using social media tactics to enter MGM systems.</a:t>
              </a:r>
            </a:p>
            <a:p>
              <a:pPr algn="l"/>
              <a:endParaRPr lang="en-US" dirty="0">
                <a:solidFill>
                  <a:srgbClr val="C00000"/>
                </a:solidFill>
                <a:latin typeface="IBM Plex Sans" charset="0"/>
                <a:ea typeface="IBM Plex Sans" charset="0"/>
                <a:cs typeface="IBM Plex Sans" charset="0"/>
              </a:endParaRPr>
            </a:p>
          </p:txBody>
        </p:sp>
        <p:sp>
          <p:nvSpPr>
            <p:cNvPr id="8" name="TextBox 7">
              <a:extLst>
                <a:ext uri="{FF2B5EF4-FFF2-40B4-BE49-F238E27FC236}">
                  <a16:creationId xmlns:a16="http://schemas.microsoft.com/office/drawing/2014/main" id="{3DD819D1-11F8-570E-51A5-AC4EB15D54FC}"/>
                </a:ext>
              </a:extLst>
            </p:cNvPr>
            <p:cNvSpPr txBox="1"/>
            <p:nvPr/>
          </p:nvSpPr>
          <p:spPr>
            <a:xfrm>
              <a:off x="5693304" y="1586168"/>
              <a:ext cx="5843143" cy="707675"/>
            </a:xfrm>
            <a:prstGeom prst="rect">
              <a:avLst/>
            </a:prstGeom>
            <a:noFill/>
          </p:spPr>
          <p:txBody>
            <a:bodyPr wrap="square" rtlCol="0">
              <a:spAutoFit/>
            </a:bodyPr>
            <a:lstStyle/>
            <a:p>
              <a:pPr algn="l"/>
              <a:r>
                <a:rPr lang="en-US" sz="1800" dirty="0">
                  <a:latin typeface="IBM Plex Sans" charset="0"/>
                  <a:ea typeface="IBM Plex Sans" charset="0"/>
                  <a:cs typeface="IBM Plex Sans" charset="0"/>
                </a:rPr>
                <a:t>Event 2</a:t>
              </a:r>
            </a:p>
            <a:p>
              <a:r>
                <a:rPr lang="en-US" sz="1800" dirty="0">
                  <a:latin typeface="IBM Plex Sans" charset="0"/>
                  <a:ea typeface="IBM Plex Sans" charset="0"/>
                  <a:cs typeface="IBM Plex Sans" charset="0"/>
                </a:rPr>
                <a:t>Hacker Group </a:t>
              </a:r>
              <a:r>
                <a:rPr lang="en-CA" sz="1800" b="0" i="0" dirty="0">
                  <a:solidFill>
                    <a:srgbClr val="000000"/>
                  </a:solidFill>
                  <a:effectLst/>
                  <a:latin typeface="Times New Roman" panose="02020603050405020304" pitchFamily="18" charset="0"/>
                </a:rPr>
                <a:t>ALPHV’s </a:t>
              </a:r>
              <a:r>
                <a:rPr lang="en-US" sz="1800" dirty="0">
                  <a:latin typeface="IBM Plex Sans" charset="0"/>
                  <a:ea typeface="IBM Plex Sans" charset="0"/>
                  <a:cs typeface="IBM Plex Sans" charset="0"/>
                </a:rPr>
                <a:t>stated that they had made multiple attempts to reach out to MGM before deploying the Ransomware</a:t>
              </a:r>
            </a:p>
            <a:p>
              <a:pPr algn="l"/>
              <a:endParaRPr lang="en-US" sz="2000" dirty="0">
                <a:latin typeface="IBM Plex Sans" charset="0"/>
                <a:ea typeface="IBM Plex Sans" charset="0"/>
                <a:cs typeface="IBM Plex Sans" charset="0"/>
              </a:endParaRPr>
            </a:p>
          </p:txBody>
        </p:sp>
        <p:sp>
          <p:nvSpPr>
            <p:cNvPr id="9" name="TextBox 8">
              <a:extLst>
                <a:ext uri="{FF2B5EF4-FFF2-40B4-BE49-F238E27FC236}">
                  <a16:creationId xmlns:a16="http://schemas.microsoft.com/office/drawing/2014/main" id="{D60078B5-3AE4-40AE-02B3-7F8731ED0BD3}"/>
                </a:ext>
              </a:extLst>
            </p:cNvPr>
            <p:cNvSpPr txBox="1"/>
            <p:nvPr/>
          </p:nvSpPr>
          <p:spPr>
            <a:xfrm>
              <a:off x="5693305" y="2571719"/>
              <a:ext cx="5843143" cy="1008436"/>
            </a:xfrm>
            <a:prstGeom prst="rect">
              <a:avLst/>
            </a:prstGeom>
            <a:noFill/>
          </p:spPr>
          <p:txBody>
            <a:bodyPr wrap="square" rtlCol="0">
              <a:spAutoFit/>
            </a:bodyPr>
            <a:lstStyle/>
            <a:p>
              <a:pPr algn="l"/>
              <a:r>
                <a:rPr lang="en-US" sz="1800" dirty="0">
                  <a:latin typeface="IBM Plex Sans" charset="0"/>
                  <a:ea typeface="IBM Plex Sans" charset="0"/>
                  <a:cs typeface="IBM Plex Sans" charset="0"/>
                </a:rPr>
                <a:t>Event 3</a:t>
              </a:r>
            </a:p>
            <a:p>
              <a:pPr algn="l"/>
              <a:r>
                <a:rPr lang="en-US" sz="1800" dirty="0">
                  <a:latin typeface="IBM Plex Sans" charset="0"/>
                  <a:ea typeface="IBM Plex Sans" charset="0"/>
                  <a:cs typeface="IBM Plex Sans" charset="0"/>
                </a:rPr>
                <a:t>Attack resulted in ransomware deployment, and critical disruption i.e. the following became disabled: online reservation systems, digital room keys, slot machines, and websites</a:t>
              </a:r>
            </a:p>
            <a:p>
              <a:pPr algn="l"/>
              <a:endParaRPr lang="en-US" dirty="0">
                <a:solidFill>
                  <a:srgbClr val="C00000"/>
                </a:solidFill>
                <a:latin typeface="IBM Plex Sans" charset="0"/>
                <a:ea typeface="IBM Plex Sans" charset="0"/>
                <a:cs typeface="IBM Plex Sans" charset="0"/>
              </a:endParaRPr>
            </a:p>
            <a:p>
              <a:pPr algn="l"/>
              <a:endParaRPr lang="en-US" dirty="0">
                <a:solidFill>
                  <a:srgbClr val="C00000"/>
                </a:solidFill>
                <a:latin typeface="IBM Plex Sans" charset="0"/>
                <a:ea typeface="IBM Plex Sans" charset="0"/>
                <a:cs typeface="IBM Plex Sans" charset="0"/>
              </a:endParaRPr>
            </a:p>
          </p:txBody>
        </p:sp>
        <p:sp>
          <p:nvSpPr>
            <p:cNvPr id="10" name="TextBox 9">
              <a:extLst>
                <a:ext uri="{FF2B5EF4-FFF2-40B4-BE49-F238E27FC236}">
                  <a16:creationId xmlns:a16="http://schemas.microsoft.com/office/drawing/2014/main" id="{479C3B8D-6A64-3EFE-ADD6-BEF4871DC971}"/>
                </a:ext>
              </a:extLst>
            </p:cNvPr>
            <p:cNvSpPr txBox="1"/>
            <p:nvPr/>
          </p:nvSpPr>
          <p:spPr>
            <a:xfrm>
              <a:off x="5693303" y="3580171"/>
              <a:ext cx="5843143" cy="610369"/>
            </a:xfrm>
            <a:prstGeom prst="rect">
              <a:avLst/>
            </a:prstGeom>
            <a:noFill/>
          </p:spPr>
          <p:txBody>
            <a:bodyPr wrap="square" rtlCol="0">
              <a:spAutoFit/>
            </a:bodyPr>
            <a:lstStyle/>
            <a:p>
              <a:pPr algn="l"/>
              <a:r>
                <a:rPr lang="en-US" sz="1800" dirty="0">
                  <a:latin typeface="IBM Plex Sans" charset="0"/>
                  <a:ea typeface="IBM Plex Sans" charset="0"/>
                  <a:cs typeface="IBM Plex Sans" charset="0"/>
                </a:rPr>
                <a:t>Event</a:t>
              </a:r>
              <a:r>
                <a:rPr lang="en-US" sz="1800" dirty="0">
                  <a:solidFill>
                    <a:srgbClr val="C00000"/>
                  </a:solidFill>
                  <a:latin typeface="IBM Plex Sans" charset="0"/>
                  <a:ea typeface="IBM Plex Sans" charset="0"/>
                  <a:cs typeface="IBM Plex Sans" charset="0"/>
                </a:rPr>
                <a:t> </a:t>
              </a:r>
              <a:r>
                <a:rPr lang="en-US" sz="1800" dirty="0">
                  <a:latin typeface="IBM Plex Sans" charset="0"/>
                  <a:ea typeface="IBM Plex Sans" charset="0"/>
                  <a:cs typeface="IBM Plex Sans" charset="0"/>
                </a:rPr>
                <a:t>4</a:t>
              </a:r>
            </a:p>
            <a:p>
              <a:r>
                <a:rPr lang="en-US" sz="1800" dirty="0">
                  <a:latin typeface="IBM Plex Sans" charset="0"/>
                  <a:ea typeface="IBM Plex Sans" charset="0"/>
                  <a:cs typeface="IBM Plex Sans" charset="0"/>
                </a:rPr>
                <a:t>MGM shut down computers, when ALPHV’s contacted them</a:t>
              </a:r>
            </a:p>
            <a:p>
              <a:pPr algn="l"/>
              <a:endParaRPr lang="en-US" dirty="0">
                <a:solidFill>
                  <a:srgbClr val="C00000"/>
                </a:solidFill>
                <a:latin typeface="IBM Plex Sans" charset="0"/>
                <a:ea typeface="IBM Plex Sans" charset="0"/>
                <a:cs typeface="IBM Plex Sans" charset="0"/>
              </a:endParaRPr>
            </a:p>
          </p:txBody>
        </p:sp>
        <p:sp>
          <p:nvSpPr>
            <p:cNvPr id="11" name="TextBox 10">
              <a:extLst>
                <a:ext uri="{FF2B5EF4-FFF2-40B4-BE49-F238E27FC236}">
                  <a16:creationId xmlns:a16="http://schemas.microsoft.com/office/drawing/2014/main" id="{B3CEF771-2D11-117E-2933-27DB3320E27F}"/>
                </a:ext>
              </a:extLst>
            </p:cNvPr>
            <p:cNvSpPr txBox="1"/>
            <p:nvPr/>
          </p:nvSpPr>
          <p:spPr>
            <a:xfrm>
              <a:off x="5723833" y="4524288"/>
              <a:ext cx="5843143" cy="530756"/>
            </a:xfrm>
            <a:prstGeom prst="rect">
              <a:avLst/>
            </a:prstGeom>
            <a:noFill/>
          </p:spPr>
          <p:txBody>
            <a:bodyPr wrap="square" rtlCol="0">
              <a:spAutoFit/>
            </a:bodyPr>
            <a:lstStyle/>
            <a:p>
              <a:pPr algn="l"/>
              <a:r>
                <a:rPr lang="en-US" sz="1800" dirty="0">
                  <a:latin typeface="IBM Plex Sans" charset="0"/>
                  <a:ea typeface="IBM Plex Sans" charset="0"/>
                  <a:cs typeface="IBM Plex Sans" charset="0"/>
                </a:rPr>
                <a:t>Event 5</a:t>
              </a:r>
            </a:p>
            <a:p>
              <a:pPr algn="l"/>
              <a:r>
                <a:rPr lang="en-US" sz="1800" dirty="0">
                  <a:latin typeface="IBM Plex Sans" charset="0"/>
                  <a:ea typeface="IBM Plex Sans" charset="0"/>
                  <a:cs typeface="IBM Plex Sans" charset="0"/>
                </a:rPr>
                <a:t>MGM released a statement of information about the cybersecurity breach into their system</a:t>
              </a:r>
            </a:p>
            <a:p>
              <a:pPr algn="l"/>
              <a:r>
                <a:rPr lang="en-US" sz="1800" dirty="0">
                  <a:latin typeface="IBM Plex Sans" charset="0"/>
                  <a:ea typeface="IBM Plex Sans" charset="0"/>
                  <a:cs typeface="IBM Plex Sans" charset="0"/>
                </a:rPr>
                <a:t>September 14, 2023 ALPHV released a statement about setting the record straight</a:t>
              </a:r>
            </a:p>
          </p:txBody>
        </p:sp>
        <p:sp>
          <p:nvSpPr>
            <p:cNvPr id="12" name="TextBox 11">
              <a:extLst>
                <a:ext uri="{FF2B5EF4-FFF2-40B4-BE49-F238E27FC236}">
                  <a16:creationId xmlns:a16="http://schemas.microsoft.com/office/drawing/2014/main" id="{30D50F34-EF76-313D-F3A4-EF8440AAE2F6}"/>
                </a:ext>
              </a:extLst>
            </p:cNvPr>
            <p:cNvSpPr txBox="1"/>
            <p:nvPr/>
          </p:nvSpPr>
          <p:spPr>
            <a:xfrm>
              <a:off x="5723833" y="5526222"/>
              <a:ext cx="5843143" cy="1105742"/>
            </a:xfrm>
            <a:prstGeom prst="rect">
              <a:avLst/>
            </a:prstGeom>
            <a:noFill/>
          </p:spPr>
          <p:txBody>
            <a:bodyPr wrap="square" rtlCol="0">
              <a:spAutoFit/>
            </a:bodyPr>
            <a:lstStyle/>
            <a:p>
              <a:pPr algn="l"/>
              <a:r>
                <a:rPr lang="en-US" sz="1800" dirty="0">
                  <a:latin typeface="IBM Plex Sans" charset="0"/>
                  <a:ea typeface="IBM Plex Sans" charset="0"/>
                  <a:cs typeface="IBM Plex Sans" charset="0"/>
                </a:rPr>
                <a:t>Event 6</a:t>
              </a:r>
            </a:p>
            <a:p>
              <a:pPr algn="l"/>
              <a:r>
                <a:rPr lang="en-US" sz="1800" dirty="0">
                  <a:latin typeface="IBM Plex Sans" charset="0"/>
                  <a:ea typeface="IBM Plex Sans" charset="0"/>
                  <a:cs typeface="IBM Plex Sans" charset="0"/>
                </a:rPr>
                <a:t>MGM posted an update on X formerly known as Twitter, “We are pleased that all our hotels and casinos are operating normally. Our amazing employees are ready to help guests with any intermittent issues.” This attack had lasted 10 days.</a:t>
              </a:r>
            </a:p>
            <a:p>
              <a:pPr algn="l"/>
              <a:endParaRPr lang="en-US" sz="2000" dirty="0">
                <a:latin typeface="IBM Plex Sans" charset="0"/>
                <a:ea typeface="IBM Plex Sans" charset="0"/>
                <a:cs typeface="IBM Plex Sans" charset="0"/>
              </a:endParaRPr>
            </a:p>
            <a:p>
              <a:pPr algn="l"/>
              <a:endParaRPr lang="en-US" dirty="0">
                <a:solidFill>
                  <a:srgbClr val="C00000"/>
                </a:solidFill>
                <a:latin typeface="IBM Plex Sans" charset="0"/>
                <a:ea typeface="IBM Plex Sans" charset="0"/>
                <a:cs typeface="IBM Plex Sans" charset="0"/>
              </a:endParaRPr>
            </a:p>
          </p:txBody>
        </p:sp>
      </p:grpSp>
    </p:spTree>
    <p:extLst>
      <p:ext uri="{BB962C8B-B14F-4D97-AF65-F5344CB8AC3E}">
        <p14:creationId xmlns:p14="http://schemas.microsoft.com/office/powerpoint/2010/main" val="2577349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8BD8E-D3A0-3E4C-A5CF-FD6692CADD3E}"/>
              </a:ext>
            </a:extLst>
          </p:cNvPr>
          <p:cNvSpPr>
            <a:spLocks noGrp="1"/>
          </p:cNvSpPr>
          <p:nvPr>
            <p:ph type="title"/>
          </p:nvPr>
        </p:nvSpPr>
        <p:spPr>
          <a:xfrm>
            <a:off x="0" y="-1"/>
            <a:ext cx="18288000" cy="2840183"/>
          </a:xfrm>
        </p:spPr>
        <p:txBody>
          <a:bodyPr/>
          <a:lstStyle/>
          <a:p>
            <a:r>
              <a:rPr lang="en-US" dirty="0"/>
              <a:t>Vulnerabilities</a:t>
            </a:r>
          </a:p>
        </p:txBody>
      </p:sp>
      <p:sp>
        <p:nvSpPr>
          <p:cNvPr id="11" name="Content Placeholder 10">
            <a:extLst>
              <a:ext uri="{FF2B5EF4-FFF2-40B4-BE49-F238E27FC236}">
                <a16:creationId xmlns:a16="http://schemas.microsoft.com/office/drawing/2014/main" id="{27017DAE-159D-A94A-B455-4F0E3D6FBF2C}"/>
              </a:ext>
            </a:extLst>
          </p:cNvPr>
          <p:cNvSpPr>
            <a:spLocks noGrp="1"/>
          </p:cNvSpPr>
          <p:nvPr>
            <p:ph sz="quarter" idx="20"/>
          </p:nvPr>
        </p:nvSpPr>
        <p:spPr>
          <a:xfrm>
            <a:off x="0" y="3034145"/>
            <a:ext cx="4572000" cy="7252856"/>
          </a:xfrm>
          <a:solidFill>
            <a:schemeClr val="accent1">
              <a:lumMod val="75000"/>
            </a:schemeClr>
          </a:solidFill>
        </p:spPr>
        <p:txBody>
          <a:bodyPr/>
          <a:lstStyle/>
          <a:p>
            <a:r>
              <a:rPr lang="en-US" sz="3600" dirty="0"/>
              <a:t>Vulnerability 1</a:t>
            </a:r>
          </a:p>
        </p:txBody>
      </p:sp>
      <p:sp>
        <p:nvSpPr>
          <p:cNvPr id="9" name="Content Placeholder 8">
            <a:extLst>
              <a:ext uri="{FF2B5EF4-FFF2-40B4-BE49-F238E27FC236}">
                <a16:creationId xmlns:a16="http://schemas.microsoft.com/office/drawing/2014/main" id="{2F55029A-01CC-DC41-B3F7-1B0A58DC5EB6}"/>
              </a:ext>
            </a:extLst>
          </p:cNvPr>
          <p:cNvSpPr>
            <a:spLocks noGrp="1"/>
          </p:cNvSpPr>
          <p:nvPr>
            <p:ph sz="quarter" idx="18"/>
          </p:nvPr>
        </p:nvSpPr>
        <p:spPr>
          <a:xfrm>
            <a:off x="13716000" y="3034142"/>
            <a:ext cx="4572000" cy="7252858"/>
          </a:xfrm>
          <a:solidFill>
            <a:srgbClr val="A56EFF"/>
          </a:solidFill>
        </p:spPr>
        <p:txBody>
          <a:bodyPr/>
          <a:lstStyle/>
          <a:p>
            <a:r>
              <a:rPr lang="en-US" sz="3600" dirty="0">
                <a:solidFill>
                  <a:schemeClr val="bg1"/>
                </a:solidFill>
              </a:rPr>
              <a:t>Vulnerability 4</a:t>
            </a:r>
          </a:p>
          <a:p>
            <a:endParaRPr lang="en-US" dirty="0"/>
          </a:p>
        </p:txBody>
      </p:sp>
      <p:sp>
        <p:nvSpPr>
          <p:cNvPr id="10" name="Content Placeholder 9">
            <a:extLst>
              <a:ext uri="{FF2B5EF4-FFF2-40B4-BE49-F238E27FC236}">
                <a16:creationId xmlns:a16="http://schemas.microsoft.com/office/drawing/2014/main" id="{AEC3BAB0-2A72-1749-AD9A-F02308902FC7}"/>
              </a:ext>
            </a:extLst>
          </p:cNvPr>
          <p:cNvSpPr>
            <a:spLocks noGrp="1"/>
          </p:cNvSpPr>
          <p:nvPr>
            <p:ph sz="quarter" idx="19"/>
          </p:nvPr>
        </p:nvSpPr>
        <p:spPr>
          <a:xfrm>
            <a:off x="4572002" y="3034145"/>
            <a:ext cx="4572000" cy="7252856"/>
          </a:xfrm>
          <a:solidFill>
            <a:srgbClr val="6929C4"/>
          </a:solidFill>
        </p:spPr>
        <p:txBody>
          <a:bodyPr/>
          <a:lstStyle/>
          <a:p>
            <a:r>
              <a:rPr lang="en-US" sz="3600" dirty="0"/>
              <a:t>Vulnerability 2</a:t>
            </a:r>
          </a:p>
        </p:txBody>
      </p:sp>
      <p:sp>
        <p:nvSpPr>
          <p:cNvPr id="8" name="Content Placeholder 7">
            <a:extLst>
              <a:ext uri="{FF2B5EF4-FFF2-40B4-BE49-F238E27FC236}">
                <a16:creationId xmlns:a16="http://schemas.microsoft.com/office/drawing/2014/main" id="{89B6C12C-C2D5-BC47-B090-97D6384D1A08}"/>
              </a:ext>
            </a:extLst>
          </p:cNvPr>
          <p:cNvSpPr>
            <a:spLocks noGrp="1"/>
          </p:cNvSpPr>
          <p:nvPr>
            <p:ph sz="quarter" idx="17"/>
          </p:nvPr>
        </p:nvSpPr>
        <p:spPr>
          <a:xfrm>
            <a:off x="9144000" y="3034142"/>
            <a:ext cx="4572000" cy="7252858"/>
          </a:xfrm>
          <a:solidFill>
            <a:schemeClr val="accent2">
              <a:lumMod val="60000"/>
              <a:lumOff val="40000"/>
            </a:schemeClr>
          </a:solidFill>
        </p:spPr>
        <p:txBody>
          <a:bodyPr/>
          <a:lstStyle/>
          <a:p>
            <a:r>
              <a:rPr lang="en-US" sz="3600" dirty="0"/>
              <a:t>Vulnerability 3</a:t>
            </a:r>
          </a:p>
        </p:txBody>
      </p:sp>
      <p:sp>
        <p:nvSpPr>
          <p:cNvPr id="3" name="TextBox 2">
            <a:extLst>
              <a:ext uri="{FF2B5EF4-FFF2-40B4-BE49-F238E27FC236}">
                <a16:creationId xmlns:a16="http://schemas.microsoft.com/office/drawing/2014/main" id="{2FB464EC-60B5-E49F-CF56-A0E24F37D795}"/>
              </a:ext>
            </a:extLst>
          </p:cNvPr>
          <p:cNvSpPr txBox="1"/>
          <p:nvPr/>
        </p:nvSpPr>
        <p:spPr>
          <a:xfrm>
            <a:off x="195672" y="940198"/>
            <a:ext cx="17896655" cy="1000274"/>
          </a:xfrm>
          <a:prstGeom prst="rect">
            <a:avLst/>
          </a:prstGeom>
          <a:noFill/>
          <a:ln>
            <a:solidFill>
              <a:srgbClr val="0070C0"/>
            </a:solidFill>
          </a:ln>
        </p:spPr>
        <p:txBody>
          <a:bodyPr wrap="square" rtlCol="0">
            <a:spAutoFit/>
          </a:bodyPr>
          <a:lstStyle/>
          <a:p>
            <a:r>
              <a:rPr lang="en-US" sz="3200" dirty="0">
                <a:solidFill>
                  <a:schemeClr val="bg1"/>
                </a:solidFill>
                <a:latin typeface="IBM Plex Sans" panose="020B0503050203000203" pitchFamily="34" charset="0"/>
              </a:rPr>
              <a:t>Social engineering used i.e. vishing</a:t>
            </a:r>
          </a:p>
          <a:p>
            <a:endParaRPr lang="en-US" dirty="0">
              <a:solidFill>
                <a:srgbClr val="FF0000"/>
              </a:solidFill>
            </a:endParaRPr>
          </a:p>
        </p:txBody>
      </p:sp>
      <p:sp>
        <p:nvSpPr>
          <p:cNvPr id="4" name="TextBox 3">
            <a:extLst>
              <a:ext uri="{FF2B5EF4-FFF2-40B4-BE49-F238E27FC236}">
                <a16:creationId xmlns:a16="http://schemas.microsoft.com/office/drawing/2014/main" id="{CCAE364F-7C8D-04E9-71DE-A091382BA2A9}"/>
              </a:ext>
            </a:extLst>
          </p:cNvPr>
          <p:cNvSpPr txBox="1"/>
          <p:nvPr/>
        </p:nvSpPr>
        <p:spPr>
          <a:xfrm>
            <a:off x="98690" y="3947390"/>
            <a:ext cx="4293201" cy="2554545"/>
          </a:xfrm>
          <a:prstGeom prst="rect">
            <a:avLst/>
          </a:prstGeom>
          <a:noFill/>
        </p:spPr>
        <p:txBody>
          <a:bodyPr wrap="square" rtlCol="0">
            <a:spAutoFit/>
          </a:bodyPr>
          <a:lstStyle/>
          <a:p>
            <a:pPr algn="l"/>
            <a:r>
              <a:rPr lang="en-US" sz="3200" dirty="0">
                <a:solidFill>
                  <a:schemeClr val="bg1"/>
                </a:solidFill>
                <a:latin typeface="IBM Plex Sans" charset="0"/>
                <a:ea typeface="IBM Plex Sans" charset="0"/>
                <a:cs typeface="IBM Plex Sans" charset="0"/>
              </a:rPr>
              <a:t>The use of social engineering to get employees to reveal login information, Vishing</a:t>
            </a:r>
          </a:p>
        </p:txBody>
      </p:sp>
      <p:sp>
        <p:nvSpPr>
          <p:cNvPr id="5" name="TextBox 4">
            <a:extLst>
              <a:ext uri="{FF2B5EF4-FFF2-40B4-BE49-F238E27FC236}">
                <a16:creationId xmlns:a16="http://schemas.microsoft.com/office/drawing/2014/main" id="{E212704B-79F4-3D56-CE07-CCAA742B1964}"/>
              </a:ext>
            </a:extLst>
          </p:cNvPr>
          <p:cNvSpPr txBox="1"/>
          <p:nvPr/>
        </p:nvSpPr>
        <p:spPr>
          <a:xfrm>
            <a:off x="4697830" y="3984335"/>
            <a:ext cx="4293201" cy="2554545"/>
          </a:xfrm>
          <a:prstGeom prst="rect">
            <a:avLst/>
          </a:prstGeom>
          <a:noFill/>
        </p:spPr>
        <p:txBody>
          <a:bodyPr wrap="square" rtlCol="0">
            <a:spAutoFit/>
          </a:bodyPr>
          <a:lstStyle/>
          <a:p>
            <a:pPr algn="l"/>
            <a:r>
              <a:rPr lang="en-US" sz="3200" dirty="0">
                <a:solidFill>
                  <a:schemeClr val="bg1"/>
                </a:solidFill>
                <a:latin typeface="IBM Plex Sans" charset="0"/>
                <a:ea typeface="IBM Plex Sans" charset="0"/>
                <a:cs typeface="IBM Plex Sans" charset="0"/>
              </a:rPr>
              <a:t>Login into the system with user name and password - single login, MFA would be a better solution</a:t>
            </a:r>
          </a:p>
        </p:txBody>
      </p:sp>
      <p:sp>
        <p:nvSpPr>
          <p:cNvPr id="6" name="TextBox 5">
            <a:extLst>
              <a:ext uri="{FF2B5EF4-FFF2-40B4-BE49-F238E27FC236}">
                <a16:creationId xmlns:a16="http://schemas.microsoft.com/office/drawing/2014/main" id="{AC033D1A-1C5E-6997-F809-2230D53B1699}"/>
              </a:ext>
            </a:extLst>
          </p:cNvPr>
          <p:cNvSpPr txBox="1"/>
          <p:nvPr/>
        </p:nvSpPr>
        <p:spPr>
          <a:xfrm>
            <a:off x="9296970" y="4021281"/>
            <a:ext cx="4293201" cy="2554545"/>
          </a:xfrm>
          <a:prstGeom prst="rect">
            <a:avLst/>
          </a:prstGeom>
          <a:noFill/>
        </p:spPr>
        <p:txBody>
          <a:bodyPr wrap="square" rtlCol="0">
            <a:spAutoFit/>
          </a:bodyPr>
          <a:lstStyle/>
          <a:p>
            <a:pPr algn="l"/>
            <a:r>
              <a:rPr lang="en-US" sz="3200" dirty="0">
                <a:solidFill>
                  <a:schemeClr val="bg1"/>
                </a:solidFill>
                <a:latin typeface="IBM Plex Sans" charset="0"/>
                <a:ea typeface="IBM Plex Sans" charset="0"/>
                <a:cs typeface="IBM Plex Sans" charset="0"/>
              </a:rPr>
              <a:t>Not having role based permission, so users will only be allowed access to permissible areas</a:t>
            </a:r>
          </a:p>
        </p:txBody>
      </p:sp>
      <p:sp>
        <p:nvSpPr>
          <p:cNvPr id="7" name="TextBox 6">
            <a:extLst>
              <a:ext uri="{FF2B5EF4-FFF2-40B4-BE49-F238E27FC236}">
                <a16:creationId xmlns:a16="http://schemas.microsoft.com/office/drawing/2014/main" id="{4F544766-B02B-D8F5-1F6D-285BEC5E50DF}"/>
              </a:ext>
            </a:extLst>
          </p:cNvPr>
          <p:cNvSpPr txBox="1"/>
          <p:nvPr/>
        </p:nvSpPr>
        <p:spPr>
          <a:xfrm>
            <a:off x="13896109" y="4021281"/>
            <a:ext cx="4293201" cy="1569660"/>
          </a:xfrm>
          <a:prstGeom prst="rect">
            <a:avLst/>
          </a:prstGeom>
          <a:noFill/>
        </p:spPr>
        <p:txBody>
          <a:bodyPr wrap="square" rtlCol="0">
            <a:spAutoFit/>
          </a:bodyPr>
          <a:lstStyle/>
          <a:p>
            <a:pPr algn="l"/>
            <a:r>
              <a:rPr lang="en-US" sz="3200" dirty="0">
                <a:solidFill>
                  <a:schemeClr val="bg1"/>
                </a:solidFill>
                <a:latin typeface="IBM Plex Sans" charset="0"/>
                <a:ea typeface="IBM Plex Sans" charset="0"/>
                <a:cs typeface="IBM Plex Sans" charset="0"/>
              </a:rPr>
              <a:t>Lack of training for employees to identify social engineering</a:t>
            </a:r>
          </a:p>
        </p:txBody>
      </p:sp>
    </p:spTree>
    <p:extLst>
      <p:ext uri="{BB962C8B-B14F-4D97-AF65-F5344CB8AC3E}">
        <p14:creationId xmlns:p14="http://schemas.microsoft.com/office/powerpoint/2010/main" val="802752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169C0-6F6A-F5AF-1495-FD14DC6CB7D2}"/>
              </a:ext>
            </a:extLst>
          </p:cNvPr>
          <p:cNvSpPr>
            <a:spLocks noGrp="1"/>
          </p:cNvSpPr>
          <p:nvPr>
            <p:ph type="title"/>
          </p:nvPr>
        </p:nvSpPr>
        <p:spPr>
          <a:xfrm>
            <a:off x="693344" y="4260170"/>
            <a:ext cx="3657410" cy="1766660"/>
          </a:xfrm>
        </p:spPr>
        <p:txBody>
          <a:bodyPr/>
          <a:lstStyle/>
          <a:p>
            <a:r>
              <a:rPr lang="en-US" dirty="0"/>
              <a:t>Costs and Prevention</a:t>
            </a:r>
          </a:p>
        </p:txBody>
      </p:sp>
      <p:sp>
        <p:nvSpPr>
          <p:cNvPr id="3" name="Text Placeholder 2">
            <a:extLst>
              <a:ext uri="{FF2B5EF4-FFF2-40B4-BE49-F238E27FC236}">
                <a16:creationId xmlns:a16="http://schemas.microsoft.com/office/drawing/2014/main" id="{0ADE4767-6E58-81D0-B471-62722A148AF1}"/>
              </a:ext>
            </a:extLst>
          </p:cNvPr>
          <p:cNvSpPr>
            <a:spLocks noGrp="1"/>
          </p:cNvSpPr>
          <p:nvPr>
            <p:ph type="body" sz="quarter" idx="16"/>
          </p:nvPr>
        </p:nvSpPr>
        <p:spPr/>
        <p:txBody>
          <a:bodyPr/>
          <a:lstStyle/>
          <a:p>
            <a:r>
              <a:rPr lang="en-US" dirty="0"/>
              <a:t>Costs</a:t>
            </a:r>
          </a:p>
        </p:txBody>
      </p:sp>
      <p:sp>
        <p:nvSpPr>
          <p:cNvPr id="4" name="Text Placeholder 3">
            <a:extLst>
              <a:ext uri="{FF2B5EF4-FFF2-40B4-BE49-F238E27FC236}">
                <a16:creationId xmlns:a16="http://schemas.microsoft.com/office/drawing/2014/main" id="{4FC85FDB-C1B9-3BEC-C15D-957F09D6A099}"/>
              </a:ext>
            </a:extLst>
          </p:cNvPr>
          <p:cNvSpPr>
            <a:spLocks noGrp="1"/>
          </p:cNvSpPr>
          <p:nvPr>
            <p:ph type="body" sz="quarter" idx="17"/>
          </p:nvPr>
        </p:nvSpPr>
        <p:spPr/>
        <p:txBody>
          <a:bodyPr/>
          <a:lstStyle/>
          <a:p>
            <a:r>
              <a:rPr lang="en-US" dirty="0"/>
              <a:t>Prevention</a:t>
            </a:r>
          </a:p>
        </p:txBody>
      </p:sp>
      <p:sp>
        <p:nvSpPr>
          <p:cNvPr id="5" name="Content Placeholder 4">
            <a:extLst>
              <a:ext uri="{FF2B5EF4-FFF2-40B4-BE49-F238E27FC236}">
                <a16:creationId xmlns:a16="http://schemas.microsoft.com/office/drawing/2014/main" id="{00C30C91-6256-256F-80AD-5AEC76CB500E}"/>
              </a:ext>
            </a:extLst>
          </p:cNvPr>
          <p:cNvSpPr>
            <a:spLocks noGrp="1"/>
          </p:cNvSpPr>
          <p:nvPr>
            <p:ph sz="quarter" idx="14"/>
          </p:nvPr>
        </p:nvSpPr>
        <p:spPr/>
        <p:txBody>
          <a:bodyPr/>
          <a:lstStyle/>
          <a:p>
            <a:pPr marL="457200" indent="-457200">
              <a:buFont typeface="Arial" panose="020B0604020202020204" pitchFamily="34" charset="0"/>
              <a:buChar char="•"/>
            </a:pPr>
            <a:r>
              <a:rPr lang="en-US" sz="1600" dirty="0"/>
              <a:t>1   $100 million </a:t>
            </a:r>
            <a:r>
              <a:rPr lang="en-CA" sz="1600" b="0" i="0" dirty="0">
                <a:effectLst/>
                <a:latin typeface="Times New Roman" panose="02020603050405020304" pitchFamily="18" charset="0"/>
              </a:rPr>
              <a:t>to Adjusted Property EBITDAR</a:t>
            </a:r>
            <a:endParaRPr lang="en-US" sz="1600" dirty="0"/>
          </a:p>
          <a:p>
            <a:pPr marL="457200" indent="-457200">
              <a:buFont typeface="Arial" panose="020B0604020202020204" pitchFamily="34" charset="0"/>
              <a:buChar char="•"/>
            </a:pPr>
            <a:r>
              <a:rPr lang="en-US" sz="1600" dirty="0"/>
              <a:t>2   </a:t>
            </a:r>
            <a:r>
              <a:rPr lang="en-US" sz="1600" b="0" i="0" dirty="0">
                <a:effectLst/>
                <a:latin typeface="Times New Roman" panose="02020603050405020304" pitchFamily="18" charset="0"/>
              </a:rPr>
              <a:t>$10 million in one-time expenses in the third quarter related to the cybersecurity issue</a:t>
            </a:r>
            <a:endParaRPr lang="en-US" sz="1600" dirty="0"/>
          </a:p>
          <a:p>
            <a:pPr marL="457200" indent="-457200">
              <a:buFont typeface="Arial" panose="020B0604020202020204" pitchFamily="34" charset="0"/>
              <a:buChar char="•"/>
            </a:pPr>
            <a:r>
              <a:rPr lang="en-US" sz="1600" dirty="0"/>
              <a:t>3  MGM stocks had fallen by 4.1%</a:t>
            </a:r>
          </a:p>
          <a:p>
            <a:pPr marL="457200" indent="-457200">
              <a:buFont typeface="Arial" panose="020B0604020202020204" pitchFamily="34" charset="0"/>
              <a:buChar char="•"/>
            </a:pPr>
            <a:endParaRPr lang="en-US" sz="1600" dirty="0"/>
          </a:p>
        </p:txBody>
      </p:sp>
      <p:sp>
        <p:nvSpPr>
          <p:cNvPr id="6" name="Content Placeholder 5">
            <a:extLst>
              <a:ext uri="{FF2B5EF4-FFF2-40B4-BE49-F238E27FC236}">
                <a16:creationId xmlns:a16="http://schemas.microsoft.com/office/drawing/2014/main" id="{3FAE03C1-9655-9984-FAC7-7B20A381DA11}"/>
              </a:ext>
            </a:extLst>
          </p:cNvPr>
          <p:cNvSpPr>
            <a:spLocks noGrp="1"/>
          </p:cNvSpPr>
          <p:nvPr>
            <p:ph sz="quarter" idx="18"/>
          </p:nvPr>
        </p:nvSpPr>
        <p:spPr/>
        <p:txBody>
          <a:bodyPr/>
          <a:lstStyle/>
          <a:p>
            <a:pPr marL="457200" indent="-457200">
              <a:buFont typeface="Arial" panose="020B0604020202020204" pitchFamily="34" charset="0"/>
              <a:buChar char="•"/>
            </a:pPr>
            <a:r>
              <a:rPr lang="en-US" sz="1600" dirty="0"/>
              <a:t>1   Employee training to prevent future vulnerability incidents</a:t>
            </a:r>
          </a:p>
          <a:p>
            <a:pPr marL="457200" indent="-457200">
              <a:buFont typeface="Arial" panose="020B0604020202020204" pitchFamily="34" charset="0"/>
              <a:buChar char="•"/>
            </a:pPr>
            <a:r>
              <a:rPr lang="en-US" sz="1600" dirty="0"/>
              <a:t>2   Have a backup of all data </a:t>
            </a:r>
          </a:p>
          <a:p>
            <a:pPr marL="457200" indent="-457200">
              <a:buFont typeface="Arial" panose="020B0604020202020204" pitchFamily="34" charset="0"/>
              <a:buChar char="•"/>
            </a:pPr>
            <a:r>
              <a:rPr lang="en-US" sz="1600" dirty="0"/>
              <a:t>3  Have SIEM in place so that cybersecurity personnel will be aware of suspicious activities.</a:t>
            </a:r>
          </a:p>
          <a:p>
            <a:pPr marL="457200" indent="-457200">
              <a:buFont typeface="Arial" panose="020B0604020202020204" pitchFamily="34" charset="0"/>
              <a:buChar char="•"/>
            </a:pPr>
            <a:r>
              <a:rPr lang="en-US" sz="1600" dirty="0"/>
              <a:t>4.  Encryption of data, so that data is not visible to bad actors</a:t>
            </a:r>
          </a:p>
          <a:p>
            <a:pPr marL="457200" indent="-457200">
              <a:buFont typeface="Arial" panose="020B0604020202020204" pitchFamily="34" charset="0"/>
              <a:buChar char="•"/>
            </a:pPr>
            <a:r>
              <a:rPr lang="en-US" sz="1600" dirty="0"/>
              <a:t>5.  Segment network to prevent easy access </a:t>
            </a:r>
            <a:r>
              <a:rPr lang="en-US" sz="1600"/>
              <a:t>to pertinent data</a:t>
            </a:r>
            <a:endParaRPr lang="en-US" sz="1600" dirty="0"/>
          </a:p>
          <a:p>
            <a:pPr marL="457200" indent="-457200">
              <a:buFont typeface="Arial" panose="020B0604020202020204" pitchFamily="34" charset="0"/>
              <a:buChar char="•"/>
            </a:pPr>
            <a:endParaRPr lang="en-US" dirty="0">
              <a:solidFill>
                <a:srgbClr val="C00000"/>
              </a:solidFill>
            </a:endParaRPr>
          </a:p>
          <a:p>
            <a:pPr marL="457200" indent="-457200">
              <a:buFont typeface="Arial" panose="020B0604020202020204" pitchFamily="34" charset="0"/>
              <a:buChar char="•"/>
            </a:pPr>
            <a:endParaRPr lang="en-US" dirty="0"/>
          </a:p>
        </p:txBody>
      </p:sp>
    </p:spTree>
    <p:extLst>
      <p:ext uri="{BB962C8B-B14F-4D97-AF65-F5344CB8AC3E}">
        <p14:creationId xmlns:p14="http://schemas.microsoft.com/office/powerpoint/2010/main" val="95440455"/>
      </p:ext>
    </p:extLst>
  </p:cSld>
  <p:clrMapOvr>
    <a:masterClrMapping/>
  </p:clrMapOvr>
</p:sld>
</file>

<file path=ppt/theme/theme1.xml><?xml version="1.0" encoding="utf-8"?>
<a:theme xmlns:a="http://schemas.openxmlformats.org/drawingml/2006/main" name="IBM 2020 Master template (black background)">
  <a:themeElements>
    <a:clrScheme name="Custom 3">
      <a:dk1>
        <a:srgbClr val="FFFFFF"/>
      </a:dk1>
      <a:lt1>
        <a:srgbClr val="000000"/>
      </a:lt1>
      <a:dk2>
        <a:srgbClr val="525252"/>
      </a:dk2>
      <a:lt2>
        <a:srgbClr val="F4F4F4"/>
      </a:lt2>
      <a:accent1>
        <a:srgbClr val="0F62FE"/>
      </a:accent1>
      <a:accent2>
        <a:srgbClr val="002D9C"/>
      </a:accent2>
      <a:accent3>
        <a:srgbClr val="D12771"/>
      </a:accent3>
      <a:accent4>
        <a:srgbClr val="8A3FFC"/>
      </a:accent4>
      <a:accent5>
        <a:srgbClr val="007D79"/>
      </a:accent5>
      <a:accent6>
        <a:srgbClr val="697077"/>
      </a:accent6>
      <a:hlink>
        <a:srgbClr val="4589FF"/>
      </a:hlink>
      <a:folHlink>
        <a:srgbClr val="6F6F6F"/>
      </a:folHlink>
    </a:clrScheme>
    <a:fontScheme name="IBM Plex">
      <a:majorFont>
        <a:latin typeface="IBM Plex Sans Bold"/>
        <a:ea typeface=""/>
        <a:cs typeface=""/>
      </a:majorFont>
      <a:minorFont>
        <a:latin typeface="IBM Plex Sans Regul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685983" rtl="0" eaLnBrk="1" fontAlgn="auto" latinLnBrk="0" hangingPunct="1">
          <a:lnSpc>
            <a:spcPct val="100000"/>
          </a:lnSpc>
          <a:spcBef>
            <a:spcPts val="0"/>
          </a:spcBef>
          <a:spcAft>
            <a:spcPts val="0"/>
          </a:spcAft>
          <a:buClrTx/>
          <a:buSzTx/>
          <a:buFontTx/>
          <a:buNone/>
          <a:tabLst/>
          <a:defRPr kumimoji="0" sz="1400" b="0" i="0" u="none" strike="noStrike" kern="1200" cap="none" spc="0" normalizeH="0" baseline="0" noProof="0" dirty="0" smtClean="0">
            <a:ln>
              <a:noFill/>
            </a:ln>
            <a:solidFill>
              <a:schemeClr val="tx1"/>
            </a:solidFill>
            <a:effectLst/>
            <a:uLnTx/>
            <a:uFillTx/>
            <a:latin typeface="IBM Plex Sans" charset="0"/>
            <a:ea typeface="IBM Plex Sans" charset="0"/>
            <a:cs typeface="IBM Plex Sans"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lgn="l">
          <a:defRPr sz="1400" dirty="0" smtClean="0">
            <a:solidFill>
              <a:schemeClr val="bg1"/>
            </a:solidFill>
            <a:latin typeface="IBM Plex Sans" charset="0"/>
            <a:ea typeface="IBM Plex Sans" charset="0"/>
            <a:cs typeface="IBM Plex Sans" charset="0"/>
          </a:defRPr>
        </a:defPPr>
      </a:lstStyle>
    </a:txDef>
  </a:objectDefaults>
  <a:extraClrSchemeLst/>
  <a:custClrLst>
    <a:custClr name="Magenta 100">
      <a:srgbClr val="2A0A18"/>
    </a:custClr>
    <a:custClr name="Magenta 90">
      <a:srgbClr val="510224"/>
    </a:custClr>
    <a:custClr name="Magenta 80">
      <a:srgbClr val="740937"/>
    </a:custClr>
    <a:custClr name="Magenta 70">
      <a:srgbClr val="9F1853"/>
    </a:custClr>
    <a:custClr name="Magenta 60">
      <a:srgbClr val="D12771"/>
    </a:custClr>
    <a:custClr name="Magenta 50">
      <a:srgbClr val="EE5396"/>
    </a:custClr>
    <a:custClr name="Magenta 40">
      <a:srgbClr val="FF7EB6"/>
    </a:custClr>
    <a:custClr name="Magenta 30">
      <a:srgbClr val="FFAFD2"/>
    </a:custClr>
    <a:custClr name="Magenta 20">
      <a:srgbClr val="FFD6E8"/>
    </a:custClr>
    <a:custClr name="Magenta 10">
      <a:srgbClr val="FFF0F7"/>
    </a:custClr>
    <a:custClr name="Purple 100">
      <a:srgbClr val="1C0F30"/>
    </a:custClr>
    <a:custClr name="Purple 90">
      <a:srgbClr val="31135E"/>
    </a:custClr>
    <a:custClr name="Purple 80">
      <a:srgbClr val="491D8B"/>
    </a:custClr>
    <a:custClr name="Purple 70">
      <a:srgbClr val="6929C4"/>
    </a:custClr>
    <a:custClr name="Purple 60">
      <a:srgbClr val="8A3FFC"/>
    </a:custClr>
    <a:custClr name="Purple 50">
      <a:srgbClr val="A56EFF"/>
    </a:custClr>
    <a:custClr name="Purple 40">
      <a:srgbClr val="BE95FF"/>
    </a:custClr>
    <a:custClr name="Purple 30">
      <a:srgbClr val="D4BBFF"/>
    </a:custClr>
    <a:custClr name="Purple 20">
      <a:srgbClr val="E8DAFF"/>
    </a:custClr>
    <a:custClr name="Purple 10">
      <a:srgbClr val="F6F2FF"/>
    </a:custClr>
    <a:custClr name="Blue 100">
      <a:srgbClr val="001141"/>
    </a:custClr>
    <a:custClr name="Blue 90">
      <a:srgbClr val="001D6C"/>
    </a:custClr>
    <a:custClr name="Blue 80">
      <a:srgbClr val="002D9C"/>
    </a:custClr>
    <a:custClr name="Blue 70">
      <a:srgbClr val="0043CE"/>
    </a:custClr>
    <a:custClr name="Blue 60">
      <a:srgbClr val="0F62FE"/>
    </a:custClr>
    <a:custClr name="Blue 50">
      <a:srgbClr val="4589FF"/>
    </a:custClr>
    <a:custClr name="Blue 40">
      <a:srgbClr val="78A9FF"/>
    </a:custClr>
    <a:custClr name="Blue 30">
      <a:srgbClr val="A6C8FF"/>
    </a:custClr>
    <a:custClr name="Blue 20">
      <a:srgbClr val="D0E2FF"/>
    </a:custClr>
    <a:custClr name="Blue 10">
      <a:srgbClr val="EDF5FF"/>
    </a:custClr>
    <a:custClr name="Teal 100">
      <a:srgbClr val="081A1C"/>
    </a:custClr>
    <a:custClr name="Teal 90">
      <a:srgbClr val="022B30"/>
    </a:custClr>
    <a:custClr name="Teal 80">
      <a:srgbClr val="004548"/>
    </a:custClr>
    <a:custClr name="Teal 70">
      <a:srgbClr val="005D5D"/>
    </a:custClr>
    <a:custClr name="Teal 60">
      <a:srgbClr val="007D79"/>
    </a:custClr>
    <a:custClr name="Teal 50">
      <a:srgbClr val="009C98"/>
    </a:custClr>
    <a:custClr name="Teal 40">
      <a:srgbClr val="08BDBA"/>
    </a:custClr>
    <a:custClr name="Teal 30">
      <a:srgbClr val="3DDBD9"/>
    </a:custClr>
    <a:custClr name="Teal 20">
      <a:srgbClr val="9EF0F0"/>
    </a:custClr>
    <a:custClr name="Teal 10">
      <a:srgbClr val="D9FBFB"/>
    </a:custClr>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Lst>
  <a:extLst>
    <a:ext uri="{05A4C25C-085E-4340-85A3-A5531E510DB2}">
      <thm15:themeFamily xmlns:thm15="http://schemas.microsoft.com/office/thememl/2012/main" name="Presentation1" id="{4B80B82A-1279-4178-9886-B18B114535F4}" vid="{D26516B1-6ACD-4DD0-BA69-F78BF1096990}"/>
    </a:ext>
  </a:extLst>
</a:theme>
</file>

<file path=ppt/theme/theme2.xml><?xml version="1.0" encoding="utf-8"?>
<a:theme xmlns:a="http://schemas.openxmlformats.org/drawingml/2006/main" name="IBM BxD 2018 black background">
  <a:themeElements>
    <a:clrScheme name="Custom 3">
      <a:dk1>
        <a:srgbClr val="FFFFFF"/>
      </a:dk1>
      <a:lt1>
        <a:srgbClr val="000000"/>
      </a:lt1>
      <a:dk2>
        <a:srgbClr val="525252"/>
      </a:dk2>
      <a:lt2>
        <a:srgbClr val="F4F4F4"/>
      </a:lt2>
      <a:accent1>
        <a:srgbClr val="0F62FE"/>
      </a:accent1>
      <a:accent2>
        <a:srgbClr val="002D9C"/>
      </a:accent2>
      <a:accent3>
        <a:srgbClr val="D12771"/>
      </a:accent3>
      <a:accent4>
        <a:srgbClr val="8A3FFC"/>
      </a:accent4>
      <a:accent5>
        <a:srgbClr val="007D79"/>
      </a:accent5>
      <a:accent6>
        <a:srgbClr val="697077"/>
      </a:accent6>
      <a:hlink>
        <a:srgbClr val="4589FF"/>
      </a:hlink>
      <a:folHlink>
        <a:srgbClr val="6F6F6F"/>
      </a:folHlink>
    </a:clrScheme>
    <a:fontScheme name="IBM Plex">
      <a:majorFont>
        <a:latin typeface="IBM Plex Sans Bold"/>
        <a:ea typeface=""/>
        <a:cs typeface=""/>
      </a:majorFont>
      <a:minorFont>
        <a:latin typeface="IBM Plex Sans Regul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sz="2000" b="0" i="0" u="none" strike="noStrike" cap="none" normalizeH="0" baseline="0" dirty="0" smtClean="0">
            <a:ln>
              <a:noFill/>
            </a:ln>
            <a:solidFill>
              <a:srgbClr val="191919"/>
            </a:solidFill>
            <a:effectLst/>
            <a:latin typeface="IBM Plex Sans" pitchFamily="34"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defRPr sz="1400" dirty="0" smtClean="0">
            <a:solidFill>
              <a:schemeClr val="bg1"/>
            </a:solidFill>
            <a:latin typeface="IBM Plex Sans" charset="0"/>
            <a:ea typeface="IBM Plex Sans" charset="0"/>
            <a:cs typeface="IBM Plex Sans" charset="0"/>
          </a:defRPr>
        </a:defPPr>
      </a:lstStyle>
    </a:txDef>
  </a:objectDefaults>
  <a:extraClrSchemeLst/>
  <a:custClrLst>
    <a:custClr name="Magenta 100">
      <a:srgbClr val="2A0A18"/>
    </a:custClr>
    <a:custClr name="Magenta 90">
      <a:srgbClr val="510224"/>
    </a:custClr>
    <a:custClr name="Magenta 80">
      <a:srgbClr val="740937"/>
    </a:custClr>
    <a:custClr name="Magenta 70">
      <a:srgbClr val="9F1853"/>
    </a:custClr>
    <a:custClr name="Magenta 60">
      <a:srgbClr val="D12771"/>
    </a:custClr>
    <a:custClr name="Magenta 50">
      <a:srgbClr val="EE5396"/>
    </a:custClr>
    <a:custClr name="Magenta 40">
      <a:srgbClr val="FF7EB6"/>
    </a:custClr>
    <a:custClr name="Magenta 30">
      <a:srgbClr val="FFAFD2"/>
    </a:custClr>
    <a:custClr name="Magenta 20">
      <a:srgbClr val="FFD6E8"/>
    </a:custClr>
    <a:custClr name="Magenta 10">
      <a:srgbClr val="FFF0F7"/>
    </a:custClr>
    <a:custClr name="Purple 100">
      <a:srgbClr val="1C0F30"/>
    </a:custClr>
    <a:custClr name="Purple 90">
      <a:srgbClr val="31135E"/>
    </a:custClr>
    <a:custClr name="Purple 80">
      <a:srgbClr val="491D8B"/>
    </a:custClr>
    <a:custClr name="Purple 70">
      <a:srgbClr val="6929C4"/>
    </a:custClr>
    <a:custClr name="Purple 60">
      <a:srgbClr val="8A3FFC"/>
    </a:custClr>
    <a:custClr name="Purple 50">
      <a:srgbClr val="A56EFF"/>
    </a:custClr>
    <a:custClr name="Purple 40">
      <a:srgbClr val="BE95FF"/>
    </a:custClr>
    <a:custClr name="Purple 30">
      <a:srgbClr val="D4BBFF"/>
    </a:custClr>
    <a:custClr name="Purple 20">
      <a:srgbClr val="E8DAFF"/>
    </a:custClr>
    <a:custClr name="Purple 10">
      <a:srgbClr val="F6F2FF"/>
    </a:custClr>
    <a:custClr name="Blue 100">
      <a:srgbClr val="001141"/>
    </a:custClr>
    <a:custClr name="Blue 90">
      <a:srgbClr val="001D6C"/>
    </a:custClr>
    <a:custClr name="Blue 80">
      <a:srgbClr val="002D9C"/>
    </a:custClr>
    <a:custClr name="Blue 70">
      <a:srgbClr val="0043CE"/>
    </a:custClr>
    <a:custClr name="Blue 60">
      <a:srgbClr val="0F62FE"/>
    </a:custClr>
    <a:custClr name="Blue 50">
      <a:srgbClr val="4589FF"/>
    </a:custClr>
    <a:custClr name="Blue 40">
      <a:srgbClr val="78A9FF"/>
    </a:custClr>
    <a:custClr name="Blue 30">
      <a:srgbClr val="A6C8FF"/>
    </a:custClr>
    <a:custClr name="Blue 20">
      <a:srgbClr val="D0E2FF"/>
    </a:custClr>
    <a:custClr name="Blue 10">
      <a:srgbClr val="EDF5FF"/>
    </a:custClr>
    <a:custClr name="Teal 100">
      <a:srgbClr val="081A1C"/>
    </a:custClr>
    <a:custClr name="Teal 90">
      <a:srgbClr val="022B30"/>
    </a:custClr>
    <a:custClr name="Teal 80">
      <a:srgbClr val="004548"/>
    </a:custClr>
    <a:custClr name="Teal 70">
      <a:srgbClr val="005D5D"/>
    </a:custClr>
    <a:custClr name="Teal 60">
      <a:srgbClr val="007D79"/>
    </a:custClr>
    <a:custClr name="Teal 50">
      <a:srgbClr val="009C98"/>
    </a:custClr>
    <a:custClr name="Teal 40">
      <a:srgbClr val="08BDBA"/>
    </a:custClr>
    <a:custClr name="Teal 30">
      <a:srgbClr val="3DDBD9"/>
    </a:custClr>
    <a:custClr name="Teal 20">
      <a:srgbClr val="9EF0F0"/>
    </a:custClr>
    <a:custClr name="Teal 10">
      <a:srgbClr val="D9FBFB"/>
    </a:custClr>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Lst>
  <a:extLst>
    <a:ext uri="{05A4C25C-085E-4340-85A3-A5531E510DB2}">
      <thm15:themeFamily xmlns:thm15="http://schemas.microsoft.com/office/thememl/2012/main" name="IBM_Master_Presentation_1124_V01_Plex.pptx" id="{80B8559C-7CF0-5B40-975D-B007EC7BCB16}" vid="{15B3B518-7CF1-234E-B76B-F16347DE476D}"/>
    </a:ext>
  </a:extLst>
</a:theme>
</file>

<file path=ppt/theme/theme3.xml><?xml version="1.0" encoding="utf-8"?>
<a:theme xmlns:a="http://schemas.openxmlformats.org/drawingml/2006/main" name="IBM BxD 2018 black background">
  <a:themeElements>
    <a:clrScheme name="Custom 3">
      <a:dk1>
        <a:srgbClr val="FFFFFF"/>
      </a:dk1>
      <a:lt1>
        <a:srgbClr val="000000"/>
      </a:lt1>
      <a:dk2>
        <a:srgbClr val="525252"/>
      </a:dk2>
      <a:lt2>
        <a:srgbClr val="F4F4F4"/>
      </a:lt2>
      <a:accent1>
        <a:srgbClr val="0F62FE"/>
      </a:accent1>
      <a:accent2>
        <a:srgbClr val="002D9C"/>
      </a:accent2>
      <a:accent3>
        <a:srgbClr val="D12771"/>
      </a:accent3>
      <a:accent4>
        <a:srgbClr val="8A3FFC"/>
      </a:accent4>
      <a:accent5>
        <a:srgbClr val="007D79"/>
      </a:accent5>
      <a:accent6>
        <a:srgbClr val="697077"/>
      </a:accent6>
      <a:hlink>
        <a:srgbClr val="4589FF"/>
      </a:hlink>
      <a:folHlink>
        <a:srgbClr val="6F6F6F"/>
      </a:folHlink>
    </a:clrScheme>
    <a:fontScheme name="IBM Plex">
      <a:majorFont>
        <a:latin typeface="IBM Plex Sans Bold"/>
        <a:ea typeface=""/>
        <a:cs typeface=""/>
      </a:majorFont>
      <a:minorFont>
        <a:latin typeface="IBM Plex Sans Regul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sz="2000" b="0" i="0" u="none" strike="noStrike" cap="none" normalizeH="0" baseline="0" dirty="0" smtClean="0">
            <a:ln>
              <a:noFill/>
            </a:ln>
            <a:solidFill>
              <a:srgbClr val="191919"/>
            </a:solidFill>
            <a:effectLst/>
            <a:latin typeface="IBM Plex Sans" pitchFamily="34"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defRPr sz="1400" dirty="0" smtClean="0">
            <a:solidFill>
              <a:schemeClr val="bg1"/>
            </a:solidFill>
            <a:latin typeface="IBM Plex Sans" charset="0"/>
            <a:ea typeface="IBM Plex Sans" charset="0"/>
            <a:cs typeface="IBM Plex Sans" charset="0"/>
          </a:defRPr>
        </a:defPPr>
      </a:lstStyle>
    </a:txDef>
  </a:objectDefaults>
  <a:extraClrSchemeLst/>
  <a:custClrLst>
    <a:custClr name="Magenta 100">
      <a:srgbClr val="2A0A18"/>
    </a:custClr>
    <a:custClr name="Magenta 90">
      <a:srgbClr val="510224"/>
    </a:custClr>
    <a:custClr name="Magenta 80">
      <a:srgbClr val="740937"/>
    </a:custClr>
    <a:custClr name="Magenta 70">
      <a:srgbClr val="9F1853"/>
    </a:custClr>
    <a:custClr name="Magenta 60">
      <a:srgbClr val="D12771"/>
    </a:custClr>
    <a:custClr name="Magenta 50">
      <a:srgbClr val="EE5396"/>
    </a:custClr>
    <a:custClr name="Magenta 40">
      <a:srgbClr val="FF7EB6"/>
    </a:custClr>
    <a:custClr name="Magenta 30">
      <a:srgbClr val="FFAFD2"/>
    </a:custClr>
    <a:custClr name="Magenta 20">
      <a:srgbClr val="FFD6E8"/>
    </a:custClr>
    <a:custClr name="Magenta 10">
      <a:srgbClr val="FFF0F7"/>
    </a:custClr>
    <a:custClr name="Purple 100">
      <a:srgbClr val="1C0F30"/>
    </a:custClr>
    <a:custClr name="Purple 90">
      <a:srgbClr val="31135E"/>
    </a:custClr>
    <a:custClr name="Purple 80">
      <a:srgbClr val="491D8B"/>
    </a:custClr>
    <a:custClr name="Purple 70">
      <a:srgbClr val="6929C4"/>
    </a:custClr>
    <a:custClr name="Purple 60">
      <a:srgbClr val="8A3FFC"/>
    </a:custClr>
    <a:custClr name="Purple 50">
      <a:srgbClr val="A56EFF"/>
    </a:custClr>
    <a:custClr name="Purple 40">
      <a:srgbClr val="BE95FF"/>
    </a:custClr>
    <a:custClr name="Purple 30">
      <a:srgbClr val="D4BBFF"/>
    </a:custClr>
    <a:custClr name="Purple 20">
      <a:srgbClr val="E8DAFF"/>
    </a:custClr>
    <a:custClr name="Purple 10">
      <a:srgbClr val="F6F2FF"/>
    </a:custClr>
    <a:custClr name="Blue 100">
      <a:srgbClr val="001141"/>
    </a:custClr>
    <a:custClr name="Blue 90">
      <a:srgbClr val="001D6C"/>
    </a:custClr>
    <a:custClr name="Blue 80">
      <a:srgbClr val="002D9C"/>
    </a:custClr>
    <a:custClr name="Blue 70">
      <a:srgbClr val="0043CE"/>
    </a:custClr>
    <a:custClr name="Blue 60">
      <a:srgbClr val="0F62FE"/>
    </a:custClr>
    <a:custClr name="Blue 50">
      <a:srgbClr val="4589FF"/>
    </a:custClr>
    <a:custClr name="Blue 40">
      <a:srgbClr val="78A9FF"/>
    </a:custClr>
    <a:custClr name="Blue 30">
      <a:srgbClr val="A6C8FF"/>
    </a:custClr>
    <a:custClr name="Blue 20">
      <a:srgbClr val="D0E2FF"/>
    </a:custClr>
    <a:custClr name="Blue 10">
      <a:srgbClr val="EDF5FF"/>
    </a:custClr>
    <a:custClr name="Teal 100">
      <a:srgbClr val="081A1C"/>
    </a:custClr>
    <a:custClr name="Teal 90">
      <a:srgbClr val="022B30"/>
    </a:custClr>
    <a:custClr name="Teal 80">
      <a:srgbClr val="004548"/>
    </a:custClr>
    <a:custClr name="Teal 70">
      <a:srgbClr val="005D5D"/>
    </a:custClr>
    <a:custClr name="Teal 60">
      <a:srgbClr val="007D79"/>
    </a:custClr>
    <a:custClr name="Teal 50">
      <a:srgbClr val="009C98"/>
    </a:custClr>
    <a:custClr name="Teal 40">
      <a:srgbClr val="08BDBA"/>
    </a:custClr>
    <a:custClr name="Teal 30">
      <a:srgbClr val="3DDBD9"/>
    </a:custClr>
    <a:custClr name="Teal 20">
      <a:srgbClr val="9EF0F0"/>
    </a:custClr>
    <a:custClr name="Teal 10">
      <a:srgbClr val="D9FBFB"/>
    </a:custClr>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Lst>
  <a:extLst>
    <a:ext uri="{05A4C25C-085E-4340-85A3-A5531E510DB2}">
      <thm15:themeFamily xmlns:thm15="http://schemas.microsoft.com/office/thememl/2012/main" name="IBM_Master_Presentation_1124_V01_Plex.pptx" id="{80B8559C-7CF0-5B40-975D-B007EC7BCB16}" vid="{15B3B518-7CF1-234E-B76B-F16347DE476D}"/>
    </a:ext>
  </a:extLst>
</a:theme>
</file>

<file path=docProps/app.xml><?xml version="1.0" encoding="utf-8"?>
<Properties xmlns="http://schemas.openxmlformats.org/officeDocument/2006/extended-properties" xmlns:vt="http://schemas.openxmlformats.org/officeDocument/2006/docPropsVTypes">
  <Template>IBM 2020 Master template (black background)</Template>
  <TotalTime>7028</TotalTime>
  <Words>924</Words>
  <Application>Microsoft Office PowerPoint</Application>
  <PresentationFormat>Custom</PresentationFormat>
  <Paragraphs>98</Paragraphs>
  <Slides>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Arial</vt:lpstr>
      <vt:lpstr>IBM Plex Sans Medium</vt:lpstr>
      <vt:lpstr>IBM Plex Sans SemiBold</vt:lpstr>
      <vt:lpstr>Montserrat</vt:lpstr>
      <vt:lpstr>IBM Plex Sans</vt:lpstr>
      <vt:lpstr>Times New Roman</vt:lpstr>
      <vt:lpstr>IBM 2020 Master template (black background)</vt:lpstr>
      <vt:lpstr>Case Study  Ransomware Attack  Company: MGM Resorts, a Casino in Las Vegas  Affected Properties: Bellagio, Cosmopolitan and Mandalay Bay and other MGM Resorts across the U.S.   </vt:lpstr>
      <vt:lpstr> </vt:lpstr>
      <vt:lpstr>PowerPoint Presentation</vt:lpstr>
      <vt:lpstr> </vt:lpstr>
      <vt:lpstr>Vulnerabilities</vt:lpstr>
      <vt:lpstr>Costs and Prevention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Instructions</dc:title>
  <dc:creator>Terri Puckett</dc:creator>
  <cp:lastModifiedBy>Sharon Sylvester</cp:lastModifiedBy>
  <cp:revision>15</cp:revision>
  <cp:lastPrinted>2019-04-25T15:14:05Z</cp:lastPrinted>
  <dcterms:created xsi:type="dcterms:W3CDTF">2023-03-29T14:48:07Z</dcterms:created>
  <dcterms:modified xsi:type="dcterms:W3CDTF">2024-09-11T16:53:34Z</dcterms:modified>
</cp:coreProperties>
</file>